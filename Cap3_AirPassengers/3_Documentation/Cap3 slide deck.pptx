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93" r:id="rId3"/>
    <p:sldId id="259" r:id="rId4"/>
    <p:sldId id="294" r:id="rId5"/>
    <p:sldId id="274" r:id="rId6"/>
    <p:sldId id="295" r:id="rId7"/>
    <p:sldId id="296" r:id="rId8"/>
    <p:sldId id="280" r:id="rId9"/>
    <p:sldId id="297" r:id="rId10"/>
    <p:sldId id="298" r:id="rId11"/>
    <p:sldId id="299" r:id="rId12"/>
    <p:sldId id="300" r:id="rId13"/>
    <p:sldId id="291" r:id="rId14"/>
    <p:sldId id="3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C71"/>
    <a:srgbClr val="9BCAA6"/>
    <a:srgbClr val="4472C4"/>
    <a:srgbClr val="FFFFFF"/>
    <a:srgbClr val="C00000"/>
    <a:srgbClr val="91CBD7"/>
    <a:srgbClr val="FFD086"/>
    <a:srgbClr val="9AA5B7"/>
    <a:srgbClr val="98A4B7"/>
    <a:srgbClr val="B7B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104CD-1F9F-486E-B17D-352E101C4223}" v="1454" dt="2025-05-30T01:05:31.405"/>
    <p1510:client id="{F3DCDE7E-3E7A-46F4-B6A6-1CFD05149D43}" v="870" dt="2025-05-29T12:56:44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04" autoAdjust="0"/>
  </p:normalViewPr>
  <p:slideViewPr>
    <p:cSldViewPr snapToGrid="0">
      <p:cViewPr>
        <p:scale>
          <a:sx n="75" d="100"/>
          <a:sy n="75" d="100"/>
        </p:scale>
        <p:origin x="114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pi, Rohan" userId="684917c9-6abc-4a73-8a06-f5e465c0fcde" providerId="ADAL" clId="{F3DCDE7E-3E7A-46F4-B6A6-1CFD05149D43}"/>
    <pc:docChg chg="undo redo custSel addSld delSld modSld sldOrd">
      <pc:chgData name="Thampi, Rohan" userId="684917c9-6abc-4a73-8a06-f5e465c0fcde" providerId="ADAL" clId="{F3DCDE7E-3E7A-46F4-B6A6-1CFD05149D43}" dt="2025-05-29T18:55:26.804" v="6094" actId="20577"/>
      <pc:docMkLst>
        <pc:docMk/>
      </pc:docMkLst>
      <pc:sldChg chg="addSp delSp modSp mod setBg">
        <pc:chgData name="Thampi, Rohan" userId="684917c9-6abc-4a73-8a06-f5e465c0fcde" providerId="ADAL" clId="{F3DCDE7E-3E7A-46F4-B6A6-1CFD05149D43}" dt="2025-05-29T04:53:09.626" v="5240"/>
        <pc:sldMkLst>
          <pc:docMk/>
          <pc:sldMk cId="1548797696" sldId="256"/>
        </pc:sldMkLst>
        <pc:spChg chg="mod">
          <ac:chgData name="Thampi, Rohan" userId="684917c9-6abc-4a73-8a06-f5e465c0fcde" providerId="ADAL" clId="{F3DCDE7E-3E7A-46F4-B6A6-1CFD05149D43}" dt="2025-05-28T22:40:38.010" v="1004" actId="14838"/>
          <ac:spMkLst>
            <pc:docMk/>
            <pc:sldMk cId="1548797696" sldId="256"/>
            <ac:spMk id="2" creationId="{914729FA-2012-1523-A1E4-9F067934BC9A}"/>
          </ac:spMkLst>
        </pc:spChg>
        <pc:spChg chg="add del mod">
          <ac:chgData name="Thampi, Rohan" userId="684917c9-6abc-4a73-8a06-f5e465c0fcde" providerId="ADAL" clId="{F3DCDE7E-3E7A-46F4-B6A6-1CFD05149D43}" dt="2025-05-29T04:53:05.530" v="5145"/>
          <ac:spMkLst>
            <pc:docMk/>
            <pc:sldMk cId="1548797696" sldId="256"/>
            <ac:spMk id="3" creationId="{6582FF4B-9738-508E-C08F-C440EE50CD6B}"/>
          </ac:spMkLst>
        </pc:spChg>
        <pc:spChg chg="del mod">
          <ac:chgData name="Thampi, Rohan" userId="684917c9-6abc-4a73-8a06-f5e465c0fcde" providerId="ADAL" clId="{F3DCDE7E-3E7A-46F4-B6A6-1CFD05149D43}" dt="2025-05-28T01:44:39.275" v="137" actId="478"/>
          <ac:spMkLst>
            <pc:docMk/>
            <pc:sldMk cId="1548797696" sldId="256"/>
            <ac:spMk id="3" creationId="{7B583ED1-CC6D-AA14-C4B7-619BE9CC416F}"/>
          </ac:spMkLst>
        </pc:spChg>
        <pc:spChg chg="add del mod">
          <ac:chgData name="Thampi, Rohan" userId="684917c9-6abc-4a73-8a06-f5e465c0fcde" providerId="ADAL" clId="{F3DCDE7E-3E7A-46F4-B6A6-1CFD05149D43}" dt="2025-05-29T01:18:13.927" v="2808"/>
          <ac:spMkLst>
            <pc:docMk/>
            <pc:sldMk cId="1548797696" sldId="256"/>
            <ac:spMk id="3" creationId="{DCF599A2-C280-8B18-CD0B-DED26C9C6D42}"/>
          </ac:spMkLst>
        </pc:spChg>
        <pc:spChg chg="add mod">
          <ac:chgData name="Thampi, Rohan" userId="684917c9-6abc-4a73-8a06-f5e465c0fcde" providerId="ADAL" clId="{F3DCDE7E-3E7A-46F4-B6A6-1CFD05149D43}" dt="2025-05-28T01:48:11.803" v="246" actId="207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F3DCDE7E-3E7A-46F4-B6A6-1CFD05149D43}" dt="2025-05-29T04:53:05.532" v="5150"/>
          <ac:spMkLst>
            <pc:docMk/>
            <pc:sldMk cId="1548797696" sldId="256"/>
            <ac:spMk id="5" creationId="{10060E47-1493-FE6C-56AE-33E46B5E4808}"/>
          </ac:spMkLst>
        </pc:spChg>
        <pc:spChg chg="add del mod">
          <ac:chgData name="Thampi, Rohan" userId="684917c9-6abc-4a73-8a06-f5e465c0fcde" providerId="ADAL" clId="{F3DCDE7E-3E7A-46F4-B6A6-1CFD05149D43}" dt="2025-05-29T01:18:13.939" v="2813"/>
          <ac:spMkLst>
            <pc:docMk/>
            <pc:sldMk cId="1548797696" sldId="256"/>
            <ac:spMk id="5" creationId="{E3257A6A-26DE-FE8A-6779-732A1279A3A1}"/>
          </ac:spMkLst>
        </pc:spChg>
        <pc:spChg chg="add del mod">
          <ac:chgData name="Thampi, Rohan" userId="684917c9-6abc-4a73-8a06-f5e465c0fcde" providerId="ADAL" clId="{F3DCDE7E-3E7A-46F4-B6A6-1CFD05149D43}" dt="2025-05-29T04:53:05.539" v="5155"/>
          <ac:spMkLst>
            <pc:docMk/>
            <pc:sldMk cId="1548797696" sldId="256"/>
            <ac:spMk id="6" creationId="{37D9F74F-A1F6-1BAC-AEB1-FA734552B927}"/>
          </ac:spMkLst>
        </pc:spChg>
        <pc:spChg chg="add del mod">
          <ac:chgData name="Thampi, Rohan" userId="684917c9-6abc-4a73-8a06-f5e465c0fcde" providerId="ADAL" clId="{F3DCDE7E-3E7A-46F4-B6A6-1CFD05149D43}" dt="2025-05-29T01:18:13.944" v="2818"/>
          <ac:spMkLst>
            <pc:docMk/>
            <pc:sldMk cId="1548797696" sldId="256"/>
            <ac:spMk id="6" creationId="{903EE5A4-A6C7-17DD-F67E-83519F1B9877}"/>
          </ac:spMkLst>
        </pc:spChg>
        <pc:spChg chg="add del mod">
          <ac:chgData name="Thampi, Rohan" userId="684917c9-6abc-4a73-8a06-f5e465c0fcde" providerId="ADAL" clId="{F3DCDE7E-3E7A-46F4-B6A6-1CFD05149D43}" dt="2025-05-28T01:44:47.799" v="139" actId="478"/>
          <ac:spMkLst>
            <pc:docMk/>
            <pc:sldMk cId="1548797696" sldId="256"/>
            <ac:spMk id="6" creationId="{B7814C59-001A-C955-EF6C-7C9F55C63F80}"/>
          </ac:spMkLst>
        </pc:spChg>
        <pc:spChg chg="add del mod">
          <ac:chgData name="Thampi, Rohan" userId="684917c9-6abc-4a73-8a06-f5e465c0fcde" providerId="ADAL" clId="{F3DCDE7E-3E7A-46F4-B6A6-1CFD05149D43}" dt="2025-05-28T01:50:38.278" v="295"/>
          <ac:spMkLst>
            <pc:docMk/>
            <pc:sldMk cId="1548797696" sldId="256"/>
            <ac:spMk id="7" creationId="{1A1066C0-C81E-70CC-E730-4670DB818047}"/>
          </ac:spMkLst>
        </pc:spChg>
        <pc:spChg chg="add del mod">
          <ac:chgData name="Thampi, Rohan" userId="684917c9-6abc-4a73-8a06-f5e465c0fcde" providerId="ADAL" clId="{F3DCDE7E-3E7A-46F4-B6A6-1CFD05149D43}" dt="2025-05-29T01:18:13.959" v="2823"/>
          <ac:spMkLst>
            <pc:docMk/>
            <pc:sldMk cId="1548797696" sldId="256"/>
            <ac:spMk id="7" creationId="{DA6E9326-6588-25C8-3AAE-2710CC74EE79}"/>
          </ac:spMkLst>
        </pc:spChg>
        <pc:spChg chg="add del mod">
          <ac:chgData name="Thampi, Rohan" userId="684917c9-6abc-4a73-8a06-f5e465c0fcde" providerId="ADAL" clId="{F3DCDE7E-3E7A-46F4-B6A6-1CFD05149D43}" dt="2025-05-29T04:53:05.539" v="5160"/>
          <ac:spMkLst>
            <pc:docMk/>
            <pc:sldMk cId="1548797696" sldId="256"/>
            <ac:spMk id="7" creationId="{F23DE6B2-B4B7-2C26-17CF-6FE179D75096}"/>
          </ac:spMkLst>
        </pc:spChg>
        <pc:spChg chg="add del mod">
          <ac:chgData name="Thampi, Rohan" userId="684917c9-6abc-4a73-8a06-f5e465c0fcde" providerId="ADAL" clId="{F3DCDE7E-3E7A-46F4-B6A6-1CFD05149D43}" dt="2025-05-29T01:18:14.006" v="2828"/>
          <ac:spMkLst>
            <pc:docMk/>
            <pc:sldMk cId="1548797696" sldId="256"/>
            <ac:spMk id="8" creationId="{352FB9FB-7958-A0D0-6CC8-F8250D359734}"/>
          </ac:spMkLst>
        </pc:spChg>
        <pc:spChg chg="add del mod">
          <ac:chgData name="Thampi, Rohan" userId="684917c9-6abc-4a73-8a06-f5e465c0fcde" providerId="ADAL" clId="{F3DCDE7E-3E7A-46F4-B6A6-1CFD05149D43}" dt="2025-05-29T04:53:05.560" v="5165"/>
          <ac:spMkLst>
            <pc:docMk/>
            <pc:sldMk cId="1548797696" sldId="256"/>
            <ac:spMk id="8" creationId="{92F776D2-2A30-0CE9-5971-5807809BDD27}"/>
          </ac:spMkLst>
        </pc:spChg>
        <pc:spChg chg="add del mod">
          <ac:chgData name="Thampi, Rohan" userId="684917c9-6abc-4a73-8a06-f5e465c0fcde" providerId="ADAL" clId="{F3DCDE7E-3E7A-46F4-B6A6-1CFD05149D43}" dt="2025-05-28T01:50:38.282" v="300"/>
          <ac:spMkLst>
            <pc:docMk/>
            <pc:sldMk cId="1548797696" sldId="256"/>
            <ac:spMk id="8" creationId="{A9892273-FAFD-2639-509E-3E93FDB7BB7A}"/>
          </ac:spMkLst>
        </pc:spChg>
        <pc:spChg chg="add del mod">
          <ac:chgData name="Thampi, Rohan" userId="684917c9-6abc-4a73-8a06-f5e465c0fcde" providerId="ADAL" clId="{F3DCDE7E-3E7A-46F4-B6A6-1CFD05149D43}" dt="2025-05-29T04:53:05.570" v="5170"/>
          <ac:spMkLst>
            <pc:docMk/>
            <pc:sldMk cId="1548797696" sldId="256"/>
            <ac:spMk id="9" creationId="{47DE00B2-027E-8B28-768E-DF6C96CF5B3F}"/>
          </ac:spMkLst>
        </pc:spChg>
        <pc:spChg chg="add del mod">
          <ac:chgData name="Thampi, Rohan" userId="684917c9-6abc-4a73-8a06-f5e465c0fcde" providerId="ADAL" clId="{F3DCDE7E-3E7A-46F4-B6A6-1CFD05149D43}" dt="2025-05-29T01:18:14.006" v="2833"/>
          <ac:spMkLst>
            <pc:docMk/>
            <pc:sldMk cId="1548797696" sldId="256"/>
            <ac:spMk id="9" creationId="{75F36945-B46B-6052-E7DA-561E6498D848}"/>
          </ac:spMkLst>
        </pc:spChg>
        <pc:spChg chg="add del mod">
          <ac:chgData name="Thampi, Rohan" userId="684917c9-6abc-4a73-8a06-f5e465c0fcde" providerId="ADAL" clId="{F3DCDE7E-3E7A-46F4-B6A6-1CFD05149D43}" dt="2025-05-28T01:50:38.302" v="305"/>
          <ac:spMkLst>
            <pc:docMk/>
            <pc:sldMk cId="1548797696" sldId="256"/>
            <ac:spMk id="9" creationId="{B0FAD120-3320-85B0-9302-BD76B6DEC619}"/>
          </ac:spMkLst>
        </pc:spChg>
        <pc:spChg chg="add del mod">
          <ac:chgData name="Thampi, Rohan" userId="684917c9-6abc-4a73-8a06-f5e465c0fcde" providerId="ADAL" clId="{F3DCDE7E-3E7A-46F4-B6A6-1CFD05149D43}" dt="2025-05-28T01:50:38.312" v="310"/>
          <ac:spMkLst>
            <pc:docMk/>
            <pc:sldMk cId="1548797696" sldId="256"/>
            <ac:spMk id="10" creationId="{0F813CA9-3C19-293F-C6A5-E3AA2B8F718D}"/>
          </ac:spMkLst>
        </pc:spChg>
        <pc:spChg chg="add del mod">
          <ac:chgData name="Thampi, Rohan" userId="684917c9-6abc-4a73-8a06-f5e465c0fcde" providerId="ADAL" clId="{F3DCDE7E-3E7A-46F4-B6A6-1CFD05149D43}" dt="2025-05-29T01:18:14.022" v="2838"/>
          <ac:spMkLst>
            <pc:docMk/>
            <pc:sldMk cId="1548797696" sldId="256"/>
            <ac:spMk id="10" creationId="{2542F768-7974-E2B3-247B-FF28A88E554B}"/>
          </ac:spMkLst>
        </pc:spChg>
        <pc:spChg chg="add del mod">
          <ac:chgData name="Thampi, Rohan" userId="684917c9-6abc-4a73-8a06-f5e465c0fcde" providerId="ADAL" clId="{F3DCDE7E-3E7A-46F4-B6A6-1CFD05149D43}" dt="2025-05-29T04:53:05.579" v="5175"/>
          <ac:spMkLst>
            <pc:docMk/>
            <pc:sldMk cId="1548797696" sldId="256"/>
            <ac:spMk id="10" creationId="{6F6542C8-5A7A-57D6-030E-444AF6D6D091}"/>
          </ac:spMkLst>
        </pc:spChg>
        <pc:spChg chg="add del mod">
          <ac:chgData name="Thampi, Rohan" userId="684917c9-6abc-4a73-8a06-f5e465c0fcde" providerId="ADAL" clId="{F3DCDE7E-3E7A-46F4-B6A6-1CFD05149D43}" dt="2025-05-29T04:53:05.586" v="5180"/>
          <ac:spMkLst>
            <pc:docMk/>
            <pc:sldMk cId="1548797696" sldId="256"/>
            <ac:spMk id="11" creationId="{81A6D991-CF57-08C8-2A0F-C0C859B8BCED}"/>
          </ac:spMkLst>
        </pc:spChg>
        <pc:spChg chg="add del mod">
          <ac:chgData name="Thampi, Rohan" userId="684917c9-6abc-4a73-8a06-f5e465c0fcde" providerId="ADAL" clId="{F3DCDE7E-3E7A-46F4-B6A6-1CFD05149D43}" dt="2025-05-28T01:50:38.322" v="315"/>
          <ac:spMkLst>
            <pc:docMk/>
            <pc:sldMk cId="1548797696" sldId="256"/>
            <ac:spMk id="11" creationId="{B3CF91A5-ECB1-1FA9-4249-1D567F192829}"/>
          </ac:spMkLst>
        </pc:spChg>
        <pc:spChg chg="add del mod">
          <ac:chgData name="Thampi, Rohan" userId="684917c9-6abc-4a73-8a06-f5e465c0fcde" providerId="ADAL" clId="{F3DCDE7E-3E7A-46F4-B6A6-1CFD05149D43}" dt="2025-05-29T01:18:14.039" v="2843"/>
          <ac:spMkLst>
            <pc:docMk/>
            <pc:sldMk cId="1548797696" sldId="256"/>
            <ac:spMk id="11" creationId="{F5883E10-F9BD-9CB7-175B-DE5952EAB216}"/>
          </ac:spMkLst>
        </pc:spChg>
        <pc:spChg chg="add del mod">
          <ac:chgData name="Thampi, Rohan" userId="684917c9-6abc-4a73-8a06-f5e465c0fcde" providerId="ADAL" clId="{F3DCDE7E-3E7A-46F4-B6A6-1CFD05149D43}" dt="2025-05-28T01:50:38.330" v="320"/>
          <ac:spMkLst>
            <pc:docMk/>
            <pc:sldMk cId="1548797696" sldId="256"/>
            <ac:spMk id="12" creationId="{0CD3E06E-9F0A-C7EE-9183-CCFEDF8F3D07}"/>
          </ac:spMkLst>
        </pc:spChg>
        <pc:spChg chg="add del mod">
          <ac:chgData name="Thampi, Rohan" userId="684917c9-6abc-4a73-8a06-f5e465c0fcde" providerId="ADAL" clId="{F3DCDE7E-3E7A-46F4-B6A6-1CFD05149D43}" dt="2025-05-29T04:53:05.589" v="5185"/>
          <ac:spMkLst>
            <pc:docMk/>
            <pc:sldMk cId="1548797696" sldId="256"/>
            <ac:spMk id="12" creationId="{A4194595-8DC3-D7CC-2F95-598ABFF28DF4}"/>
          </ac:spMkLst>
        </pc:spChg>
        <pc:spChg chg="add del mod">
          <ac:chgData name="Thampi, Rohan" userId="684917c9-6abc-4a73-8a06-f5e465c0fcde" providerId="ADAL" clId="{F3DCDE7E-3E7A-46F4-B6A6-1CFD05149D43}" dt="2025-05-29T01:18:14.039" v="2848"/>
          <ac:spMkLst>
            <pc:docMk/>
            <pc:sldMk cId="1548797696" sldId="256"/>
            <ac:spMk id="12" creationId="{D227DA70-80BA-2F11-CC64-BFA3FABF9E84}"/>
          </ac:spMkLst>
        </pc:spChg>
        <pc:spChg chg="add del mod">
          <ac:chgData name="Thampi, Rohan" userId="684917c9-6abc-4a73-8a06-f5e465c0fcde" providerId="ADAL" clId="{F3DCDE7E-3E7A-46F4-B6A6-1CFD05149D43}" dt="2025-05-28T01:50:38.343" v="325"/>
          <ac:spMkLst>
            <pc:docMk/>
            <pc:sldMk cId="1548797696" sldId="256"/>
            <ac:spMk id="13" creationId="{90382885-7C77-B320-F4D5-1D4D1A19831B}"/>
          </ac:spMkLst>
        </pc:spChg>
        <pc:spChg chg="add del mod">
          <ac:chgData name="Thampi, Rohan" userId="684917c9-6abc-4a73-8a06-f5e465c0fcde" providerId="ADAL" clId="{F3DCDE7E-3E7A-46F4-B6A6-1CFD05149D43}" dt="2025-05-29T01:18:14.053" v="2853"/>
          <ac:spMkLst>
            <pc:docMk/>
            <pc:sldMk cId="1548797696" sldId="256"/>
            <ac:spMk id="13" creationId="{A538830A-14DB-818C-368C-1459A678FF9B}"/>
          </ac:spMkLst>
        </pc:spChg>
        <pc:spChg chg="add del mod">
          <ac:chgData name="Thampi, Rohan" userId="684917c9-6abc-4a73-8a06-f5e465c0fcde" providerId="ADAL" clId="{F3DCDE7E-3E7A-46F4-B6A6-1CFD05149D43}" dt="2025-05-29T04:53:05.603" v="5190"/>
          <ac:spMkLst>
            <pc:docMk/>
            <pc:sldMk cId="1548797696" sldId="256"/>
            <ac:spMk id="13" creationId="{EF3A6C47-0717-6602-7D85-1B555502C286}"/>
          </ac:spMkLst>
        </pc:spChg>
        <pc:spChg chg="add del mod">
          <ac:chgData name="Thampi, Rohan" userId="684917c9-6abc-4a73-8a06-f5e465c0fcde" providerId="ADAL" clId="{F3DCDE7E-3E7A-46F4-B6A6-1CFD05149D43}" dt="2025-05-28T01:50:38.353" v="330"/>
          <ac:spMkLst>
            <pc:docMk/>
            <pc:sldMk cId="1548797696" sldId="256"/>
            <ac:spMk id="14" creationId="{19EBE3B6-F0F4-CE06-05B6-3D215050572E}"/>
          </ac:spMkLst>
        </pc:spChg>
        <pc:spChg chg="add del mod">
          <ac:chgData name="Thampi, Rohan" userId="684917c9-6abc-4a73-8a06-f5e465c0fcde" providerId="ADAL" clId="{F3DCDE7E-3E7A-46F4-B6A6-1CFD05149D43}" dt="2025-05-29T04:53:09.553" v="5195"/>
          <ac:spMkLst>
            <pc:docMk/>
            <pc:sldMk cId="1548797696" sldId="256"/>
            <ac:spMk id="14" creationId="{629F1798-0633-FB10-0DAD-DB9D3AD91BDC}"/>
          </ac:spMkLst>
        </pc:spChg>
        <pc:spChg chg="add del mod">
          <ac:chgData name="Thampi, Rohan" userId="684917c9-6abc-4a73-8a06-f5e465c0fcde" providerId="ADAL" clId="{F3DCDE7E-3E7A-46F4-B6A6-1CFD05149D43}" dt="2025-05-29T01:18:43.705" v="2862"/>
          <ac:spMkLst>
            <pc:docMk/>
            <pc:sldMk cId="1548797696" sldId="256"/>
            <ac:spMk id="14" creationId="{C2DD3CC6-7A47-B67A-FA9F-19CD4831D967}"/>
          </ac:spMkLst>
        </pc:spChg>
        <pc:spChg chg="add del mod">
          <ac:chgData name="Thampi, Rohan" userId="684917c9-6abc-4a73-8a06-f5e465c0fcde" providerId="ADAL" clId="{F3DCDE7E-3E7A-46F4-B6A6-1CFD05149D43}" dt="2025-05-29T04:53:09.561" v="5200"/>
          <ac:spMkLst>
            <pc:docMk/>
            <pc:sldMk cId="1548797696" sldId="256"/>
            <ac:spMk id="15" creationId="{02A209EE-DEBB-CCF7-DD6B-475772B16636}"/>
          </ac:spMkLst>
        </pc:spChg>
        <pc:spChg chg="add del mod">
          <ac:chgData name="Thampi, Rohan" userId="684917c9-6abc-4a73-8a06-f5e465c0fcde" providerId="ADAL" clId="{F3DCDE7E-3E7A-46F4-B6A6-1CFD05149D43}" dt="2025-05-29T01:18:43.721" v="2867"/>
          <ac:spMkLst>
            <pc:docMk/>
            <pc:sldMk cId="1548797696" sldId="256"/>
            <ac:spMk id="15" creationId="{7258E8C4-3639-0875-DB72-9C6136EE3658}"/>
          </ac:spMkLst>
        </pc:spChg>
        <pc:spChg chg="add del mod">
          <ac:chgData name="Thampi, Rohan" userId="684917c9-6abc-4a73-8a06-f5e465c0fcde" providerId="ADAL" clId="{F3DCDE7E-3E7A-46F4-B6A6-1CFD05149D43}" dt="2025-05-28T01:50:38.358" v="335"/>
          <ac:spMkLst>
            <pc:docMk/>
            <pc:sldMk cId="1548797696" sldId="256"/>
            <ac:spMk id="15" creationId="{AD11A7A9-0731-DCA6-D208-32106C951E93}"/>
          </ac:spMkLst>
        </pc:spChg>
        <pc:spChg chg="add del mod">
          <ac:chgData name="Thampi, Rohan" userId="684917c9-6abc-4a73-8a06-f5e465c0fcde" providerId="ADAL" clId="{F3DCDE7E-3E7A-46F4-B6A6-1CFD05149D43}" dt="2025-05-28T01:50:38.374" v="340"/>
          <ac:spMkLst>
            <pc:docMk/>
            <pc:sldMk cId="1548797696" sldId="256"/>
            <ac:spMk id="16" creationId="{720B2E95-0B42-C47C-4B7F-2F2112377107}"/>
          </ac:spMkLst>
        </pc:spChg>
        <pc:spChg chg="add del mod">
          <ac:chgData name="Thampi, Rohan" userId="684917c9-6abc-4a73-8a06-f5e465c0fcde" providerId="ADAL" clId="{F3DCDE7E-3E7A-46F4-B6A6-1CFD05149D43}" dt="2025-05-29T01:18:43.738" v="2872"/>
          <ac:spMkLst>
            <pc:docMk/>
            <pc:sldMk cId="1548797696" sldId="256"/>
            <ac:spMk id="16" creationId="{C90EE993-168D-24A9-CECE-120946C97F44}"/>
          </ac:spMkLst>
        </pc:spChg>
        <pc:spChg chg="add del mod">
          <ac:chgData name="Thampi, Rohan" userId="684917c9-6abc-4a73-8a06-f5e465c0fcde" providerId="ADAL" clId="{F3DCDE7E-3E7A-46F4-B6A6-1CFD05149D43}" dt="2025-05-29T04:53:09.568" v="5205"/>
          <ac:spMkLst>
            <pc:docMk/>
            <pc:sldMk cId="1548797696" sldId="256"/>
            <ac:spMk id="16" creationId="{E0C646D0-284C-BB41-EBEC-9BE8E918FC71}"/>
          </ac:spMkLst>
        </pc:spChg>
        <pc:spChg chg="add del mod">
          <ac:chgData name="Thampi, Rohan" userId="684917c9-6abc-4a73-8a06-f5e465c0fcde" providerId="ADAL" clId="{F3DCDE7E-3E7A-46F4-B6A6-1CFD05149D43}" dt="2025-05-28T01:50:47.362" v="345"/>
          <ac:spMkLst>
            <pc:docMk/>
            <pc:sldMk cId="1548797696" sldId="256"/>
            <ac:spMk id="17" creationId="{167FB031-A4F0-4F83-F9DB-9E92AC608A60}"/>
          </ac:spMkLst>
        </pc:spChg>
        <pc:spChg chg="add del mod">
          <ac:chgData name="Thampi, Rohan" userId="684917c9-6abc-4a73-8a06-f5e465c0fcde" providerId="ADAL" clId="{F3DCDE7E-3E7A-46F4-B6A6-1CFD05149D43}" dt="2025-05-29T04:53:09.577" v="5210"/>
          <ac:spMkLst>
            <pc:docMk/>
            <pc:sldMk cId="1548797696" sldId="256"/>
            <ac:spMk id="17" creationId="{3FED5A82-DB5B-3567-3990-69309EC42744}"/>
          </ac:spMkLst>
        </pc:spChg>
        <pc:spChg chg="add del mod">
          <ac:chgData name="Thampi, Rohan" userId="684917c9-6abc-4a73-8a06-f5e465c0fcde" providerId="ADAL" clId="{F3DCDE7E-3E7A-46F4-B6A6-1CFD05149D43}" dt="2025-05-29T01:18:43.752" v="2877"/>
          <ac:spMkLst>
            <pc:docMk/>
            <pc:sldMk cId="1548797696" sldId="256"/>
            <ac:spMk id="17" creationId="{B2F41AF9-BFA9-E8D4-6082-F39EF8B32688}"/>
          </ac:spMkLst>
        </pc:spChg>
        <pc:spChg chg="add del mod">
          <ac:chgData name="Thampi, Rohan" userId="684917c9-6abc-4a73-8a06-f5e465c0fcde" providerId="ADAL" clId="{F3DCDE7E-3E7A-46F4-B6A6-1CFD05149D43}" dt="2025-05-29T04:53:09.584" v="5215"/>
          <ac:spMkLst>
            <pc:docMk/>
            <pc:sldMk cId="1548797696" sldId="256"/>
            <ac:spMk id="18" creationId="{C43A1E96-7E73-EBA8-4044-43EC9332B768}"/>
          </ac:spMkLst>
        </pc:spChg>
        <pc:spChg chg="add del mod">
          <ac:chgData name="Thampi, Rohan" userId="684917c9-6abc-4a73-8a06-f5e465c0fcde" providerId="ADAL" clId="{F3DCDE7E-3E7A-46F4-B6A6-1CFD05149D43}" dt="2025-05-28T01:50:47.374" v="350"/>
          <ac:spMkLst>
            <pc:docMk/>
            <pc:sldMk cId="1548797696" sldId="256"/>
            <ac:spMk id="18" creationId="{D8AB2CA0-E59C-E5FA-4090-BB71CCF7D624}"/>
          </ac:spMkLst>
        </pc:spChg>
        <pc:spChg chg="add del mod">
          <ac:chgData name="Thampi, Rohan" userId="684917c9-6abc-4a73-8a06-f5e465c0fcde" providerId="ADAL" clId="{F3DCDE7E-3E7A-46F4-B6A6-1CFD05149D43}" dt="2025-05-29T01:18:43.752" v="2882"/>
          <ac:spMkLst>
            <pc:docMk/>
            <pc:sldMk cId="1548797696" sldId="256"/>
            <ac:spMk id="18" creationId="{E5FFF3E5-184D-D245-4BF6-D296AFC483B1}"/>
          </ac:spMkLst>
        </pc:spChg>
        <pc:spChg chg="add del mod">
          <ac:chgData name="Thampi, Rohan" userId="684917c9-6abc-4a73-8a06-f5e465c0fcde" providerId="ADAL" clId="{F3DCDE7E-3E7A-46F4-B6A6-1CFD05149D43}" dt="2025-05-29T01:18:43.768" v="2887"/>
          <ac:spMkLst>
            <pc:docMk/>
            <pc:sldMk cId="1548797696" sldId="256"/>
            <ac:spMk id="19" creationId="{2E1E50A1-A958-1E03-874E-A2F7114E3DF7}"/>
          </ac:spMkLst>
        </pc:spChg>
        <pc:spChg chg="add del mod">
          <ac:chgData name="Thampi, Rohan" userId="684917c9-6abc-4a73-8a06-f5e465c0fcde" providerId="ADAL" clId="{F3DCDE7E-3E7A-46F4-B6A6-1CFD05149D43}" dt="2025-05-29T04:53:09.592" v="5220"/>
          <ac:spMkLst>
            <pc:docMk/>
            <pc:sldMk cId="1548797696" sldId="256"/>
            <ac:spMk id="19" creationId="{9B4486DD-240E-7132-19F8-E4603B9F1274}"/>
          </ac:spMkLst>
        </pc:spChg>
        <pc:spChg chg="add del mod">
          <ac:chgData name="Thampi, Rohan" userId="684917c9-6abc-4a73-8a06-f5e465c0fcde" providerId="ADAL" clId="{F3DCDE7E-3E7A-46F4-B6A6-1CFD05149D43}" dt="2025-05-28T01:50:47.394" v="355"/>
          <ac:spMkLst>
            <pc:docMk/>
            <pc:sldMk cId="1548797696" sldId="256"/>
            <ac:spMk id="19" creationId="{E94FC02A-6AAD-ACD2-EB77-87443C11142E}"/>
          </ac:spMkLst>
        </pc:spChg>
        <pc:spChg chg="add del mod">
          <ac:chgData name="Thampi, Rohan" userId="684917c9-6abc-4a73-8a06-f5e465c0fcde" providerId="ADAL" clId="{F3DCDE7E-3E7A-46F4-B6A6-1CFD05149D43}" dt="2025-05-29T04:53:09.601" v="5225"/>
          <ac:spMkLst>
            <pc:docMk/>
            <pc:sldMk cId="1548797696" sldId="256"/>
            <ac:spMk id="20" creationId="{79A4BBD9-3E19-35D8-E994-E146B22F92E4}"/>
          </ac:spMkLst>
        </pc:spChg>
        <pc:spChg chg="add del mod">
          <ac:chgData name="Thampi, Rohan" userId="684917c9-6abc-4a73-8a06-f5e465c0fcde" providerId="ADAL" clId="{F3DCDE7E-3E7A-46F4-B6A6-1CFD05149D43}" dt="2025-05-29T01:18:43.785" v="2892"/>
          <ac:spMkLst>
            <pc:docMk/>
            <pc:sldMk cId="1548797696" sldId="256"/>
            <ac:spMk id="20" creationId="{A2D266BC-7319-F72C-3BF8-8804F4C20A92}"/>
          </ac:spMkLst>
        </pc:spChg>
        <pc:spChg chg="add del mod">
          <ac:chgData name="Thampi, Rohan" userId="684917c9-6abc-4a73-8a06-f5e465c0fcde" providerId="ADAL" clId="{F3DCDE7E-3E7A-46F4-B6A6-1CFD05149D43}" dt="2025-05-28T01:50:47.408" v="360"/>
          <ac:spMkLst>
            <pc:docMk/>
            <pc:sldMk cId="1548797696" sldId="256"/>
            <ac:spMk id="20" creationId="{F68F5D69-93A7-8388-9827-80594A4FE089}"/>
          </ac:spMkLst>
        </pc:spChg>
        <pc:spChg chg="add del mod">
          <ac:chgData name="Thampi, Rohan" userId="684917c9-6abc-4a73-8a06-f5e465c0fcde" providerId="ADAL" clId="{F3DCDE7E-3E7A-46F4-B6A6-1CFD05149D43}" dt="2025-05-28T01:50:47.422" v="365"/>
          <ac:spMkLst>
            <pc:docMk/>
            <pc:sldMk cId="1548797696" sldId="256"/>
            <ac:spMk id="21" creationId="{27789FE5-69BB-14F0-9C20-665D65303862}"/>
          </ac:spMkLst>
        </pc:spChg>
        <pc:spChg chg="add del mod">
          <ac:chgData name="Thampi, Rohan" userId="684917c9-6abc-4a73-8a06-f5e465c0fcde" providerId="ADAL" clId="{F3DCDE7E-3E7A-46F4-B6A6-1CFD05149D43}" dt="2025-05-29T01:18:43.834" v="2897"/>
          <ac:spMkLst>
            <pc:docMk/>
            <pc:sldMk cId="1548797696" sldId="256"/>
            <ac:spMk id="21" creationId="{7C6DEECF-7369-1198-C3D1-A781B94433F3}"/>
          </ac:spMkLst>
        </pc:spChg>
        <pc:spChg chg="add del mod">
          <ac:chgData name="Thampi, Rohan" userId="684917c9-6abc-4a73-8a06-f5e465c0fcde" providerId="ADAL" clId="{F3DCDE7E-3E7A-46F4-B6A6-1CFD05149D43}" dt="2025-05-29T04:53:09.611" v="5230"/>
          <ac:spMkLst>
            <pc:docMk/>
            <pc:sldMk cId="1548797696" sldId="256"/>
            <ac:spMk id="21" creationId="{FC2E8CBB-E7D1-51C6-2C12-F0AB6318E5A2}"/>
          </ac:spMkLst>
        </pc:spChg>
        <pc:spChg chg="add del mod">
          <ac:chgData name="Thampi, Rohan" userId="684917c9-6abc-4a73-8a06-f5e465c0fcde" providerId="ADAL" clId="{F3DCDE7E-3E7A-46F4-B6A6-1CFD05149D43}" dt="2025-05-29T04:53:09.620" v="5235"/>
          <ac:spMkLst>
            <pc:docMk/>
            <pc:sldMk cId="1548797696" sldId="256"/>
            <ac:spMk id="22" creationId="{07B44E3B-E5F4-6CEC-15F3-9463A9810847}"/>
          </ac:spMkLst>
        </pc:spChg>
        <pc:spChg chg="add del mod">
          <ac:chgData name="Thampi, Rohan" userId="684917c9-6abc-4a73-8a06-f5e465c0fcde" providerId="ADAL" clId="{F3DCDE7E-3E7A-46F4-B6A6-1CFD05149D43}" dt="2025-05-29T01:18:43.847" v="2902"/>
          <ac:spMkLst>
            <pc:docMk/>
            <pc:sldMk cId="1548797696" sldId="256"/>
            <ac:spMk id="22" creationId="{4C2D6557-5BBA-B321-21BE-488EF5141390}"/>
          </ac:spMkLst>
        </pc:spChg>
        <pc:spChg chg="add del mod">
          <ac:chgData name="Thampi, Rohan" userId="684917c9-6abc-4a73-8a06-f5e465c0fcde" providerId="ADAL" clId="{F3DCDE7E-3E7A-46F4-B6A6-1CFD05149D43}" dt="2025-05-28T01:50:47.429" v="370"/>
          <ac:spMkLst>
            <pc:docMk/>
            <pc:sldMk cId="1548797696" sldId="256"/>
            <ac:spMk id="22" creationId="{74221672-573D-EA34-290A-81E87583B125}"/>
          </ac:spMkLst>
        </pc:spChg>
        <pc:spChg chg="add del mod">
          <ac:chgData name="Thampi, Rohan" userId="684917c9-6abc-4a73-8a06-f5e465c0fcde" providerId="ADAL" clId="{F3DCDE7E-3E7A-46F4-B6A6-1CFD05149D43}" dt="2025-05-28T01:50:47.439" v="375"/>
          <ac:spMkLst>
            <pc:docMk/>
            <pc:sldMk cId="1548797696" sldId="256"/>
            <ac:spMk id="23" creationId="{84320079-D4FB-ED02-8122-195EB4A58486}"/>
          </ac:spMkLst>
        </pc:spChg>
        <pc:spChg chg="add del mod">
          <ac:chgData name="Thampi, Rohan" userId="684917c9-6abc-4a73-8a06-f5e465c0fcde" providerId="ADAL" clId="{F3DCDE7E-3E7A-46F4-B6A6-1CFD05149D43}" dt="2025-05-29T01:18:43.858" v="2907"/>
          <ac:spMkLst>
            <pc:docMk/>
            <pc:sldMk cId="1548797696" sldId="256"/>
            <ac:spMk id="23" creationId="{D35614E6-3080-F8F7-1B0E-1668743B9FAE}"/>
          </ac:spMkLst>
        </pc:spChg>
        <pc:spChg chg="add del mod">
          <ac:chgData name="Thampi, Rohan" userId="684917c9-6abc-4a73-8a06-f5e465c0fcde" providerId="ADAL" clId="{F3DCDE7E-3E7A-46F4-B6A6-1CFD05149D43}" dt="2025-05-29T04:53:09.626" v="5240"/>
          <ac:spMkLst>
            <pc:docMk/>
            <pc:sldMk cId="1548797696" sldId="256"/>
            <ac:spMk id="23" creationId="{D3A315AD-1A15-1580-3C58-D377456B75F8}"/>
          </ac:spMkLst>
        </pc:spChg>
        <pc:spChg chg="add del mod">
          <ac:chgData name="Thampi, Rohan" userId="684917c9-6abc-4a73-8a06-f5e465c0fcde" providerId="ADAL" clId="{F3DCDE7E-3E7A-46F4-B6A6-1CFD05149D43}" dt="2025-05-28T01:50:47.486" v="380"/>
          <ac:spMkLst>
            <pc:docMk/>
            <pc:sldMk cId="1548797696" sldId="256"/>
            <ac:spMk id="24" creationId="{277EECE4-BB2A-508A-90AA-FB7616D4B852}"/>
          </ac:spMkLst>
        </pc:spChg>
        <pc:spChg chg="add del mod">
          <ac:chgData name="Thampi, Rohan" userId="684917c9-6abc-4a73-8a06-f5e465c0fcde" providerId="ADAL" clId="{F3DCDE7E-3E7A-46F4-B6A6-1CFD05149D43}" dt="2025-05-28T01:50:47.489" v="385"/>
          <ac:spMkLst>
            <pc:docMk/>
            <pc:sldMk cId="1548797696" sldId="256"/>
            <ac:spMk id="25" creationId="{57DC89D2-80E0-9807-F4B7-06833F3C7890}"/>
          </ac:spMkLst>
        </pc:spChg>
        <pc:spChg chg="add del mod">
          <ac:chgData name="Thampi, Rohan" userId="684917c9-6abc-4a73-8a06-f5e465c0fcde" providerId="ADAL" clId="{F3DCDE7E-3E7A-46F4-B6A6-1CFD05149D43}" dt="2025-05-28T01:50:47.502" v="390"/>
          <ac:spMkLst>
            <pc:docMk/>
            <pc:sldMk cId="1548797696" sldId="256"/>
            <ac:spMk id="26" creationId="{7C574F57-CBBF-AE81-7968-EAF5BB218ECF}"/>
          </ac:spMkLst>
        </pc:spChg>
        <pc:spChg chg="add del mod">
          <ac:chgData name="Thampi, Rohan" userId="684917c9-6abc-4a73-8a06-f5e465c0fcde" providerId="ADAL" clId="{F3DCDE7E-3E7A-46F4-B6A6-1CFD05149D43}" dt="2025-05-28T01:57:22.636" v="841"/>
          <ac:spMkLst>
            <pc:docMk/>
            <pc:sldMk cId="1548797696" sldId="256"/>
            <ac:spMk id="27" creationId="{1E73BC01-626E-27CC-5E5F-1A3E1C25B4B0}"/>
          </ac:spMkLst>
        </pc:spChg>
        <pc:spChg chg="add del mod">
          <ac:chgData name="Thampi, Rohan" userId="684917c9-6abc-4a73-8a06-f5e465c0fcde" providerId="ADAL" clId="{F3DCDE7E-3E7A-46F4-B6A6-1CFD05149D43}" dt="2025-05-28T01:57:22.644" v="846"/>
          <ac:spMkLst>
            <pc:docMk/>
            <pc:sldMk cId="1548797696" sldId="256"/>
            <ac:spMk id="28" creationId="{A3B05493-BF47-02FB-A19B-3C55AC8056CE}"/>
          </ac:spMkLst>
        </pc:spChg>
        <pc:spChg chg="add del mod">
          <ac:chgData name="Thampi, Rohan" userId="684917c9-6abc-4a73-8a06-f5e465c0fcde" providerId="ADAL" clId="{F3DCDE7E-3E7A-46F4-B6A6-1CFD05149D43}" dt="2025-05-28T01:57:22.660" v="851"/>
          <ac:spMkLst>
            <pc:docMk/>
            <pc:sldMk cId="1548797696" sldId="256"/>
            <ac:spMk id="29" creationId="{83242D83-D0CF-F03A-DB22-82BC6B0B75A2}"/>
          </ac:spMkLst>
        </pc:spChg>
        <pc:spChg chg="add del mod">
          <ac:chgData name="Thampi, Rohan" userId="684917c9-6abc-4a73-8a06-f5e465c0fcde" providerId="ADAL" clId="{F3DCDE7E-3E7A-46F4-B6A6-1CFD05149D43}" dt="2025-05-28T01:57:22.676" v="856"/>
          <ac:spMkLst>
            <pc:docMk/>
            <pc:sldMk cId="1548797696" sldId="256"/>
            <ac:spMk id="30" creationId="{FF40C3E1-77CD-E2BC-8E3D-E0F722170970}"/>
          </ac:spMkLst>
        </pc:spChg>
        <pc:spChg chg="add del mod">
          <ac:chgData name="Thampi, Rohan" userId="684917c9-6abc-4a73-8a06-f5e465c0fcde" providerId="ADAL" clId="{F3DCDE7E-3E7A-46F4-B6A6-1CFD05149D43}" dt="2025-05-28T01:57:22.691" v="861"/>
          <ac:spMkLst>
            <pc:docMk/>
            <pc:sldMk cId="1548797696" sldId="256"/>
            <ac:spMk id="31" creationId="{50A5E50A-5FBF-BBFD-B664-6F6FE9E2506E}"/>
          </ac:spMkLst>
        </pc:spChg>
        <pc:spChg chg="add del mod">
          <ac:chgData name="Thampi, Rohan" userId="684917c9-6abc-4a73-8a06-f5e465c0fcde" providerId="ADAL" clId="{F3DCDE7E-3E7A-46F4-B6A6-1CFD05149D43}" dt="2025-05-28T01:57:22.691" v="866"/>
          <ac:spMkLst>
            <pc:docMk/>
            <pc:sldMk cId="1548797696" sldId="256"/>
            <ac:spMk id="32" creationId="{EAF48A46-0184-17BA-523F-863ED59A232D}"/>
          </ac:spMkLst>
        </pc:spChg>
        <pc:spChg chg="add del mod">
          <ac:chgData name="Thampi, Rohan" userId="684917c9-6abc-4a73-8a06-f5e465c0fcde" providerId="ADAL" clId="{F3DCDE7E-3E7A-46F4-B6A6-1CFD05149D43}" dt="2025-05-28T01:57:22.707" v="871"/>
          <ac:spMkLst>
            <pc:docMk/>
            <pc:sldMk cId="1548797696" sldId="256"/>
            <ac:spMk id="33" creationId="{BCD4575E-D813-286D-E3E8-80899F490EFD}"/>
          </ac:spMkLst>
        </pc:spChg>
        <pc:spChg chg="add del mod">
          <ac:chgData name="Thampi, Rohan" userId="684917c9-6abc-4a73-8a06-f5e465c0fcde" providerId="ADAL" clId="{F3DCDE7E-3E7A-46F4-B6A6-1CFD05149D43}" dt="2025-05-28T01:57:22.722" v="876"/>
          <ac:spMkLst>
            <pc:docMk/>
            <pc:sldMk cId="1548797696" sldId="256"/>
            <ac:spMk id="34" creationId="{68B65C44-4EF0-E51E-6F0E-CD06E84BD38E}"/>
          </ac:spMkLst>
        </pc:spChg>
        <pc:spChg chg="add del mod">
          <ac:chgData name="Thampi, Rohan" userId="684917c9-6abc-4a73-8a06-f5e465c0fcde" providerId="ADAL" clId="{F3DCDE7E-3E7A-46F4-B6A6-1CFD05149D43}" dt="2025-05-28T01:57:22.743" v="881"/>
          <ac:spMkLst>
            <pc:docMk/>
            <pc:sldMk cId="1548797696" sldId="256"/>
            <ac:spMk id="35" creationId="{5A8A2140-1460-56BA-E4BF-5E2B9F5A1C70}"/>
          </ac:spMkLst>
        </pc:spChg>
        <pc:spChg chg="add del mod">
          <ac:chgData name="Thampi, Rohan" userId="684917c9-6abc-4a73-8a06-f5e465c0fcde" providerId="ADAL" clId="{F3DCDE7E-3E7A-46F4-B6A6-1CFD05149D43}" dt="2025-05-28T01:57:22.754" v="886"/>
          <ac:spMkLst>
            <pc:docMk/>
            <pc:sldMk cId="1548797696" sldId="256"/>
            <ac:spMk id="36" creationId="{76E8F809-3F79-2129-629A-F45FC8355459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09943956" sldId="257"/>
        </pc:sldMkLst>
      </pc:sldChg>
      <pc:sldChg chg="addSp delSp modSp mod modNotesTx">
        <pc:chgData name="Thampi, Rohan" userId="684917c9-6abc-4a73-8a06-f5e465c0fcde" providerId="ADAL" clId="{F3DCDE7E-3E7A-46F4-B6A6-1CFD05149D43}" dt="2025-05-29T03:58:49.812" v="4421" actId="20577"/>
        <pc:sldMkLst>
          <pc:docMk/>
          <pc:sldMk cId="2561255915" sldId="259"/>
        </pc:sldMkLst>
        <pc:spChg chg="add mod">
          <ac:chgData name="Thampi, Rohan" userId="684917c9-6abc-4a73-8a06-f5e465c0fcde" providerId="ADAL" clId="{F3DCDE7E-3E7A-46F4-B6A6-1CFD05149D43}" dt="2025-05-28T02:03:13.471" v="927" actId="14100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01:50:28.226" v="290" actId="20577"/>
          <ac:spMkLst>
            <pc:docMk/>
            <pc:sldMk cId="2561255915" sldId="259"/>
            <ac:spMk id="4" creationId="{4E5542D2-2ABA-C41C-7666-9132821C12BB}"/>
          </ac:spMkLst>
        </pc:spChg>
        <pc:spChg chg="del mod">
          <ac:chgData name="Thampi, Rohan" userId="684917c9-6abc-4a73-8a06-f5e465c0fcde" providerId="ADAL" clId="{F3DCDE7E-3E7A-46F4-B6A6-1CFD05149D43}" dt="2025-05-28T01:51:07.232" v="394" actId="478"/>
          <ac:spMkLst>
            <pc:docMk/>
            <pc:sldMk cId="2561255915" sldId="259"/>
            <ac:spMk id="5" creationId="{A9E6F0F6-2CF8-3117-789D-A0A64C6FDF13}"/>
          </ac:spMkLst>
        </pc:spChg>
        <pc:spChg chg="add mod">
          <ac:chgData name="Thampi, Rohan" userId="684917c9-6abc-4a73-8a06-f5e465c0fcde" providerId="ADAL" clId="{F3DCDE7E-3E7A-46F4-B6A6-1CFD05149D43}" dt="2025-05-28T02:01:46.084" v="903" actId="1076"/>
          <ac:spMkLst>
            <pc:docMk/>
            <pc:sldMk cId="2561255915" sldId="259"/>
            <ac:spMk id="6" creationId="{D4592556-5E52-F293-655F-A25EF07B6A03}"/>
          </ac:spMkLst>
        </pc:spChg>
        <pc:picChg chg="add mod">
          <ac:chgData name="Thampi, Rohan" userId="684917c9-6abc-4a73-8a06-f5e465c0fcde" providerId="ADAL" clId="{F3DCDE7E-3E7A-46F4-B6A6-1CFD05149D43}" dt="2025-05-28T02:02:02.649" v="907" actId="1076"/>
          <ac:picMkLst>
            <pc:docMk/>
            <pc:sldMk cId="2561255915" sldId="259"/>
            <ac:picMk id="1026" creationId="{22ED3451-6AAD-1707-35FA-C1985953D187}"/>
          </ac:picMkLst>
        </pc:picChg>
        <pc:picChg chg="del">
          <ac:chgData name="Thampi, Rohan" userId="684917c9-6abc-4a73-8a06-f5e465c0fcde" providerId="ADAL" clId="{F3DCDE7E-3E7A-46F4-B6A6-1CFD05149D43}" dt="2025-05-28T01:51:03.625" v="392" actId="478"/>
          <ac:picMkLst>
            <pc:docMk/>
            <pc:sldMk cId="2561255915" sldId="259"/>
            <ac:picMk id="1030" creationId="{CD22D409-6D56-B806-3E05-BF18801B2E43}"/>
          </ac:picMkLst>
        </pc:picChg>
        <pc:picChg chg="del">
          <ac:chgData name="Thampi, Rohan" userId="684917c9-6abc-4a73-8a06-f5e465c0fcde" providerId="ADAL" clId="{F3DCDE7E-3E7A-46F4-B6A6-1CFD05149D43}" dt="2025-05-28T01:51:02.168" v="391" actId="478"/>
          <ac:picMkLst>
            <pc:docMk/>
            <pc:sldMk cId="2561255915" sldId="259"/>
            <ac:picMk id="1032" creationId="{D6E1B710-0DB3-8276-2D64-A38DB173DCA1}"/>
          </ac:picMkLst>
        </pc:picChg>
        <pc:cxnChg chg="add mod">
          <ac:chgData name="Thampi, Rohan" userId="684917c9-6abc-4a73-8a06-f5e465c0fcde" providerId="ADAL" clId="{F3DCDE7E-3E7A-46F4-B6A6-1CFD05149D43}" dt="2025-05-29T03:28:01.182" v="3734"/>
          <ac:cxnSpMkLst>
            <pc:docMk/>
            <pc:sldMk cId="2561255915" sldId="259"/>
            <ac:cxnSpMk id="3" creationId="{10AA8A3E-699A-75C0-0BC6-D7E0DC3BD042}"/>
          </ac:cxnSpMkLst>
        </pc:cxnChg>
        <pc:cxnChg chg="del mod">
          <ac:chgData name="Thampi, Rohan" userId="684917c9-6abc-4a73-8a06-f5e465c0fcde" providerId="ADAL" clId="{F3DCDE7E-3E7A-46F4-B6A6-1CFD05149D43}" dt="2025-05-29T03:28:00.866" v="3733" actId="478"/>
          <ac:cxnSpMkLst>
            <pc:docMk/>
            <pc:sldMk cId="2561255915" sldId="259"/>
            <ac:cxnSpMk id="8" creationId="{BC9E2731-9D9A-E939-13BA-1AB9D26C90E9}"/>
          </ac:cxnSpMkLst>
        </pc:cxn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4293062068" sldId="260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886696166" sldId="261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995371019" sldId="262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36217401" sldId="263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332371682" sldId="264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533894580" sldId="265"/>
        </pc:sldMkLst>
      </pc:sldChg>
      <pc:sldChg chg="del">
        <pc:chgData name="Thampi, Rohan" userId="684917c9-6abc-4a73-8a06-f5e465c0fcde" providerId="ADAL" clId="{F3DCDE7E-3E7A-46F4-B6A6-1CFD05149D43}" dt="2025-05-29T00:49:10.110" v="2090" actId="47"/>
        <pc:sldMkLst>
          <pc:docMk/>
          <pc:sldMk cId="4030729044" sldId="266"/>
        </pc:sldMkLst>
      </pc:sldChg>
      <pc:sldChg chg="modSp del mod">
        <pc:chgData name="Thampi, Rohan" userId="684917c9-6abc-4a73-8a06-f5e465c0fcde" providerId="ADAL" clId="{F3DCDE7E-3E7A-46F4-B6A6-1CFD05149D43}" dt="2025-05-28T02:02:45.126" v="909" actId="47"/>
        <pc:sldMkLst>
          <pc:docMk/>
          <pc:sldMk cId="3130010046" sldId="267"/>
        </pc:sldMkLst>
        <pc:spChg chg="mod">
          <ac:chgData name="Thampi, Rohan" userId="684917c9-6abc-4a73-8a06-f5e465c0fcde" providerId="ADAL" clId="{F3DCDE7E-3E7A-46F4-B6A6-1CFD05149D43}" dt="2025-05-28T01:51:16.469" v="396" actId="1076"/>
          <ac:spMkLst>
            <pc:docMk/>
            <pc:sldMk cId="3130010046" sldId="267"/>
            <ac:spMk id="2" creationId="{56862BE4-28D4-E5EE-E153-06A3905ABDFD}"/>
          </ac:spMkLst>
        </pc:spChg>
        <pc:spChg chg="mod">
          <ac:chgData name="Thampi, Rohan" userId="684917c9-6abc-4a73-8a06-f5e465c0fcde" providerId="ADAL" clId="{F3DCDE7E-3E7A-46F4-B6A6-1CFD05149D43}" dt="2025-05-28T01:50:10.803" v="280" actId="1076"/>
          <ac:spMkLst>
            <pc:docMk/>
            <pc:sldMk cId="3130010046" sldId="267"/>
            <ac:spMk id="4" creationId="{AAB9C962-79DE-444A-DAD8-C282FF954179}"/>
          </ac:spMkLst>
        </pc:spChg>
      </pc:sldChg>
      <pc:sldChg chg="modSp del mod">
        <pc:chgData name="Thampi, Rohan" userId="684917c9-6abc-4a73-8a06-f5e465c0fcde" providerId="ADAL" clId="{F3DCDE7E-3E7A-46F4-B6A6-1CFD05149D43}" dt="2025-05-28T23:43:27.322" v="1072" actId="47"/>
        <pc:sldMkLst>
          <pc:docMk/>
          <pc:sldMk cId="2671512614" sldId="269"/>
        </pc:sldMkLst>
        <pc:spChg chg="mod">
          <ac:chgData name="Thampi, Rohan" userId="684917c9-6abc-4a73-8a06-f5e465c0fcde" providerId="ADAL" clId="{F3DCDE7E-3E7A-46F4-B6A6-1CFD05149D43}" dt="2025-05-28T23:43:23.612" v="1071" actId="20577"/>
          <ac:spMkLst>
            <pc:docMk/>
            <pc:sldMk cId="2671512614" sldId="269"/>
            <ac:spMk id="4" creationId="{65F92CC7-9D46-734F-30C2-D6AC0FBAFB1E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2962146863" sldId="270"/>
        </pc:sldMkLst>
      </pc:sldChg>
      <pc:sldChg chg="delSp modSp add del mod">
        <pc:chgData name="Thampi, Rohan" userId="684917c9-6abc-4a73-8a06-f5e465c0fcde" providerId="ADAL" clId="{F3DCDE7E-3E7A-46F4-B6A6-1CFD05149D43}" dt="2025-05-28T23:55:00.379" v="1717" actId="47"/>
        <pc:sldMkLst>
          <pc:docMk/>
          <pc:sldMk cId="2423108769" sldId="271"/>
        </pc:sldMkLst>
        <pc:spChg chg="mod">
          <ac:chgData name="Thampi, Rohan" userId="684917c9-6abc-4a73-8a06-f5e465c0fcde" providerId="ADAL" clId="{F3DCDE7E-3E7A-46F4-B6A6-1CFD05149D43}" dt="2025-05-28T23:51:15.836" v="1408" actId="20577"/>
          <ac:spMkLst>
            <pc:docMk/>
            <pc:sldMk cId="2423108769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50:55.952" v="1036" actId="20577"/>
          <ac:spMkLst>
            <pc:docMk/>
            <pc:sldMk cId="2423108769" sldId="271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8T23:43:11.628" v="1047" actId="478"/>
          <ac:spMkLst>
            <pc:docMk/>
            <pc:sldMk cId="2423108769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3:43:11.628" v="1047" actId="478"/>
          <ac:picMkLst>
            <pc:docMk/>
            <pc:sldMk cId="2423108769" sldId="271"/>
            <ac:picMk id="1026" creationId="{22ED3451-6AAD-1707-35FA-C1985953D187}"/>
          </ac:picMkLst>
        </pc:picChg>
      </pc:sldChg>
      <pc:sldChg chg="addSp delSp modSp add del mod">
        <pc:chgData name="Thampi, Rohan" userId="684917c9-6abc-4a73-8a06-f5e465c0fcde" providerId="ADAL" clId="{F3DCDE7E-3E7A-46F4-B6A6-1CFD05149D43}" dt="2025-05-28T22:43:17.502" v="1022" actId="47"/>
        <pc:sldMkLst>
          <pc:docMk/>
          <pc:sldMk cId="3137253761" sldId="271"/>
        </pc:sldMkLst>
        <pc:spChg chg="del mod">
          <ac:chgData name="Thampi, Rohan" userId="684917c9-6abc-4a73-8a06-f5e465c0fcde" providerId="ADAL" clId="{F3DCDE7E-3E7A-46F4-B6A6-1CFD05149D43}" dt="2025-05-28T22:41:42.830" v="1019"/>
          <ac:spMkLst>
            <pc:docMk/>
            <pc:sldMk cId="3137253761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41:15.657" v="1016" actId="20577"/>
          <ac:spMkLst>
            <pc:docMk/>
            <pc:sldMk cId="3137253761" sldId="271"/>
            <ac:spMk id="4" creationId="{4E5542D2-2ABA-C41C-7666-9132821C12BB}"/>
          </ac:spMkLst>
        </pc:spChg>
        <pc:spChg chg="add">
          <ac:chgData name="Thampi, Rohan" userId="684917c9-6abc-4a73-8a06-f5e465c0fcde" providerId="ADAL" clId="{F3DCDE7E-3E7A-46F4-B6A6-1CFD05149D43}" dt="2025-05-28T22:43:12.533" v="1021" actId="22"/>
          <ac:spMkLst>
            <pc:docMk/>
            <pc:sldMk cId="3137253761" sldId="271"/>
            <ac:spMk id="5" creationId="{ABD9EB0F-C22D-C749-5893-748F268D4FD6}"/>
          </ac:spMkLst>
        </pc:spChg>
        <pc:spChg chg="del">
          <ac:chgData name="Thampi, Rohan" userId="684917c9-6abc-4a73-8a06-f5e465c0fcde" providerId="ADAL" clId="{F3DCDE7E-3E7A-46F4-B6A6-1CFD05149D43}" dt="2025-05-28T22:42:58.411" v="1020" actId="478"/>
          <ac:spMkLst>
            <pc:docMk/>
            <pc:sldMk cId="3137253761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2:42:58.411" v="1020" actId="478"/>
          <ac:picMkLst>
            <pc:docMk/>
            <pc:sldMk cId="3137253761" sldId="271"/>
            <ac:picMk id="1026" creationId="{22ED3451-6AAD-1707-35FA-C1985953D187}"/>
          </ac:picMkLst>
        </pc:picChg>
      </pc:sldChg>
      <pc:sldChg chg="new del">
        <pc:chgData name="Thampi, Rohan" userId="684917c9-6abc-4a73-8a06-f5e465c0fcde" providerId="ADAL" clId="{F3DCDE7E-3E7A-46F4-B6A6-1CFD05149D43}" dt="2025-05-28T22:41:02.410" v="1006" actId="680"/>
        <pc:sldMkLst>
          <pc:docMk/>
          <pc:sldMk cId="3815020220" sldId="271"/>
        </pc:sldMkLst>
      </pc:sldChg>
      <pc:sldChg chg="addSp delSp modSp add mod modNotesTx">
        <pc:chgData name="Thampi, Rohan" userId="684917c9-6abc-4a73-8a06-f5e465c0fcde" providerId="ADAL" clId="{F3DCDE7E-3E7A-46F4-B6A6-1CFD05149D43}" dt="2025-05-29T18:48:39.469" v="6086" actId="20577"/>
        <pc:sldMkLst>
          <pc:docMk/>
          <pc:sldMk cId="330577157" sldId="272"/>
        </pc:sldMkLst>
        <pc:spChg chg="mod">
          <ac:chgData name="Thampi, Rohan" userId="684917c9-6abc-4a73-8a06-f5e465c0fcde" providerId="ADAL" clId="{F3DCDE7E-3E7A-46F4-B6A6-1CFD05149D43}" dt="2025-05-29T18:48:39.469" v="6086" actId="20577"/>
          <ac:spMkLst>
            <pc:docMk/>
            <pc:sldMk cId="330577157" sldId="272"/>
            <ac:spMk id="2" creationId="{0D5FAD65-389D-1B26-6D7F-799D1651BB99}"/>
          </ac:spMkLst>
        </pc:spChg>
        <pc:spChg chg="add del mod">
          <ac:chgData name="Thampi, Rohan" userId="684917c9-6abc-4a73-8a06-f5e465c0fcde" providerId="ADAL" clId="{F3DCDE7E-3E7A-46F4-B6A6-1CFD05149D43}" dt="2025-05-29T00:59:53.253" v="2368" actId="478"/>
          <ac:spMkLst>
            <pc:docMk/>
            <pc:sldMk cId="330577157" sldId="272"/>
            <ac:spMk id="3" creationId="{E85C7CFE-B80E-D0E5-4823-FC617CAB84AE}"/>
          </ac:spMkLst>
        </pc:spChg>
        <pc:spChg chg="mod">
          <ac:chgData name="Thampi, Rohan" userId="684917c9-6abc-4a73-8a06-f5e465c0fcde" providerId="ADAL" clId="{F3DCDE7E-3E7A-46F4-B6A6-1CFD05149D43}" dt="2025-05-28T23:43:35.997" v="1097" actId="20577"/>
          <ac:spMkLst>
            <pc:docMk/>
            <pc:sldMk cId="330577157" sldId="272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12:56:34.956" v="5963" actId="478"/>
          <ac:spMkLst>
            <pc:docMk/>
            <pc:sldMk cId="330577157" sldId="272"/>
            <ac:spMk id="5" creationId="{148E85D4-59F7-866D-C41E-F0E0C6A2585D}"/>
          </ac:spMkLst>
        </pc:spChg>
        <pc:spChg chg="add del mod">
          <ac:chgData name="Thampi, Rohan" userId="684917c9-6abc-4a73-8a06-f5e465c0fcde" providerId="ADAL" clId="{F3DCDE7E-3E7A-46F4-B6A6-1CFD05149D43}" dt="2025-05-29T12:56:36.880" v="5964" actId="478"/>
          <ac:spMkLst>
            <pc:docMk/>
            <pc:sldMk cId="330577157" sldId="272"/>
            <ac:spMk id="6" creationId="{EE6CC186-89E2-9F5E-0C41-ED2F39F38B30}"/>
          </ac:spMkLst>
        </pc:spChg>
        <pc:spChg chg="add mod">
          <ac:chgData name="Thampi, Rohan" userId="684917c9-6abc-4a73-8a06-f5e465c0fcde" providerId="ADAL" clId="{F3DCDE7E-3E7A-46F4-B6A6-1CFD05149D43}" dt="2025-05-29T12:56:42.601" v="5965" actId="14100"/>
          <ac:spMkLst>
            <pc:docMk/>
            <pc:sldMk cId="330577157" sldId="272"/>
            <ac:spMk id="8" creationId="{8FA6B4E3-F508-13FF-69C0-62A84929E829}"/>
          </ac:spMkLst>
        </pc:spChg>
        <pc:spChg chg="add del mod">
          <ac:chgData name="Thampi, Rohan" userId="684917c9-6abc-4a73-8a06-f5e465c0fcde" providerId="ADAL" clId="{F3DCDE7E-3E7A-46F4-B6A6-1CFD05149D43}" dt="2025-05-29T12:56:44.543" v="5966" actId="478"/>
          <ac:spMkLst>
            <pc:docMk/>
            <pc:sldMk cId="330577157" sldId="272"/>
            <ac:spMk id="9" creationId="{0B4C39C1-E30C-3BE2-AE51-E6820D4D8EC3}"/>
          </ac:spMkLst>
        </pc:spChg>
        <pc:graphicFrameChg chg="add del">
          <ac:chgData name="Thampi, Rohan" userId="684917c9-6abc-4a73-8a06-f5e465c0fcde" providerId="ADAL" clId="{F3DCDE7E-3E7A-46F4-B6A6-1CFD05149D43}" dt="2025-05-29T01:00:02.797" v="2370" actId="3680"/>
          <ac:graphicFrameMkLst>
            <pc:docMk/>
            <pc:sldMk cId="330577157" sldId="272"/>
            <ac:graphicFrameMk id="5" creationId="{AFA054A3-3987-7B25-40B4-BA59E8E8EBA4}"/>
          </ac:graphicFrameMkLst>
        </pc:graphicFrameChg>
        <pc:graphicFrameChg chg="add del mod modGraphic">
          <ac:chgData name="Thampi, Rohan" userId="684917c9-6abc-4a73-8a06-f5e465c0fcde" providerId="ADAL" clId="{F3DCDE7E-3E7A-46F4-B6A6-1CFD05149D43}" dt="2025-05-29T01:14:31.378" v="2761" actId="478"/>
          <ac:graphicFrameMkLst>
            <pc:docMk/>
            <pc:sldMk cId="330577157" sldId="272"/>
            <ac:graphicFrameMk id="6" creationId="{F654A50C-BAF9-85B9-D904-15FD56C90AA6}"/>
          </ac:graphicFrameMkLst>
        </pc:graphicFrameChg>
        <pc:graphicFrameChg chg="add mod modGraphic">
          <ac:chgData name="Thampi, Rohan" userId="684917c9-6abc-4a73-8a06-f5e465c0fcde" providerId="ADAL" clId="{F3DCDE7E-3E7A-46F4-B6A6-1CFD05149D43}" dt="2025-05-29T03:35:08.226" v="3846" actId="1076"/>
          <ac:graphicFrameMkLst>
            <pc:docMk/>
            <pc:sldMk cId="330577157" sldId="272"/>
            <ac:graphicFrameMk id="7" creationId="{4B2599F1-D0A1-1357-F01A-1727E0F6A665}"/>
          </ac:graphicFrameMkLst>
        </pc:graphicFrameChg>
        <pc:cxnChg chg="add mod">
          <ac:chgData name="Thampi, Rohan" userId="684917c9-6abc-4a73-8a06-f5e465c0fcde" providerId="ADAL" clId="{F3DCDE7E-3E7A-46F4-B6A6-1CFD05149D43}" dt="2025-05-29T03:28:07.490" v="3736"/>
          <ac:cxnSpMkLst>
            <pc:docMk/>
            <pc:sldMk cId="330577157" sldId="272"/>
            <ac:cxnSpMk id="3" creationId="{25E5828F-50FC-FB2B-2B82-39E66B5FD9AF}"/>
          </ac:cxnSpMkLst>
        </pc:cxnChg>
        <pc:cxnChg chg="del">
          <ac:chgData name="Thampi, Rohan" userId="684917c9-6abc-4a73-8a06-f5e465c0fcde" providerId="ADAL" clId="{F3DCDE7E-3E7A-46F4-B6A6-1CFD05149D43}" dt="2025-05-29T03:28:07.191" v="3735" actId="478"/>
          <ac:cxnSpMkLst>
            <pc:docMk/>
            <pc:sldMk cId="330577157" sldId="272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5:24:48.724" v="5952" actId="20577"/>
        <pc:sldMkLst>
          <pc:docMk/>
          <pc:sldMk cId="3928561860" sldId="273"/>
        </pc:sldMkLst>
        <pc:spChg chg="mod">
          <ac:chgData name="Thampi, Rohan" userId="684917c9-6abc-4a73-8a06-f5e465c0fcde" providerId="ADAL" clId="{F3DCDE7E-3E7A-46F4-B6A6-1CFD05149D43}" dt="2025-05-29T01:23:28.967" v="2994" actId="20577"/>
          <ac:spMkLst>
            <pc:docMk/>
            <pc:sldMk cId="3928561860" sldId="273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4:33.917" v="1714" actId="1076"/>
          <ac:spMkLst>
            <pc:docMk/>
            <pc:sldMk cId="3928561860" sldId="273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5:24:48.724" v="5952" actId="20577"/>
          <ac:spMkLst>
            <pc:docMk/>
            <pc:sldMk cId="3928561860" sldId="273"/>
            <ac:spMk id="5" creationId="{3C60F451-4B04-DB77-1CC1-804300F074AB}"/>
          </ac:spMkLst>
        </pc:spChg>
        <pc:spChg chg="add mod">
          <ac:chgData name="Thampi, Rohan" userId="684917c9-6abc-4a73-8a06-f5e465c0fcde" providerId="ADAL" clId="{F3DCDE7E-3E7A-46F4-B6A6-1CFD05149D43}" dt="2025-05-28T23:54:11.997" v="1620" actId="20577"/>
          <ac:spMkLst>
            <pc:docMk/>
            <pc:sldMk cId="3928561860" sldId="273"/>
            <ac:spMk id="6" creationId="{CA11807B-92E1-EC15-15B0-01A18B986870}"/>
          </ac:spMkLst>
        </pc:spChg>
        <pc:picChg chg="add del mod">
          <ac:chgData name="Thampi, Rohan" userId="684917c9-6abc-4a73-8a06-f5e465c0fcde" providerId="ADAL" clId="{F3DCDE7E-3E7A-46F4-B6A6-1CFD05149D43}" dt="2025-05-29T00:42:54.502" v="1912" actId="478"/>
          <ac:picMkLst>
            <pc:docMk/>
            <pc:sldMk cId="3928561860" sldId="273"/>
            <ac:picMk id="2050" creationId="{356C75D2-90E0-E7D5-C8E8-5EFF78268288}"/>
          </ac:picMkLst>
        </pc:picChg>
        <pc:picChg chg="add mod">
          <ac:chgData name="Thampi, Rohan" userId="684917c9-6abc-4a73-8a06-f5e465c0fcde" providerId="ADAL" clId="{F3DCDE7E-3E7A-46F4-B6A6-1CFD05149D43}" dt="2025-05-29T01:26:07.136" v="3006" actId="14100"/>
          <ac:picMkLst>
            <pc:docMk/>
            <pc:sldMk cId="3928561860" sldId="273"/>
            <ac:picMk id="2052" creationId="{0B2C2CAE-F1CC-C01F-D175-9F94C1D85AC9}"/>
          </ac:picMkLst>
        </pc:picChg>
        <pc:picChg chg="add del mod">
          <ac:chgData name="Thampi, Rohan" userId="684917c9-6abc-4a73-8a06-f5e465c0fcde" providerId="ADAL" clId="{F3DCDE7E-3E7A-46F4-B6A6-1CFD05149D43}" dt="2025-05-29T01:25:28.817" v="3000" actId="478"/>
          <ac:picMkLst>
            <pc:docMk/>
            <pc:sldMk cId="3928561860" sldId="273"/>
            <ac:picMk id="2054" creationId="{B836E4B7-9EE1-24A6-869C-67F077C9AC9C}"/>
          </ac:picMkLst>
        </pc:picChg>
        <pc:picChg chg="add">
          <ac:chgData name="Thampi, Rohan" userId="684917c9-6abc-4a73-8a06-f5e465c0fcde" providerId="ADAL" clId="{F3DCDE7E-3E7A-46F4-B6A6-1CFD05149D43}" dt="2025-05-29T01:25:46.763" v="3001"/>
          <ac:picMkLst>
            <pc:docMk/>
            <pc:sldMk cId="3928561860" sldId="273"/>
            <ac:picMk id="2056" creationId="{2F607A7B-4B57-6B61-4E2F-5071687559FB}"/>
          </ac:picMkLst>
        </pc:picChg>
        <pc:picChg chg="add mod">
          <ac:chgData name="Thampi, Rohan" userId="684917c9-6abc-4a73-8a06-f5e465c0fcde" providerId="ADAL" clId="{F3DCDE7E-3E7A-46F4-B6A6-1CFD05149D43}" dt="2025-05-29T01:25:58.271" v="3004" actId="1076"/>
          <ac:picMkLst>
            <pc:docMk/>
            <pc:sldMk cId="3928561860" sldId="273"/>
            <ac:picMk id="2058" creationId="{9C7E1BDE-710D-453F-456A-13241D0AA70A}"/>
          </ac:picMkLst>
        </pc:picChg>
        <pc:cxnChg chg="add mod">
          <ac:chgData name="Thampi, Rohan" userId="684917c9-6abc-4a73-8a06-f5e465c0fcde" providerId="ADAL" clId="{F3DCDE7E-3E7A-46F4-B6A6-1CFD05149D43}" dt="2025-05-28T23:54:30.103" v="1713" actId="1038"/>
          <ac:cxnSpMkLst>
            <pc:docMk/>
            <pc:sldMk cId="3928561860" sldId="273"/>
            <ac:cxnSpMk id="7" creationId="{B9D92CAD-4635-261A-AE0F-08E3C76430A8}"/>
          </ac:cxnSpMkLst>
        </pc:cxnChg>
        <pc:cxnChg chg="mod">
          <ac:chgData name="Thampi, Rohan" userId="684917c9-6abc-4a73-8a06-f5e465c0fcde" providerId="ADAL" clId="{F3DCDE7E-3E7A-46F4-B6A6-1CFD05149D43}" dt="2025-05-28T23:54:21.149" v="1630" actId="1037"/>
          <ac:cxnSpMkLst>
            <pc:docMk/>
            <pc:sldMk cId="3928561860" sldId="273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58.236" v="4424" actId="20577"/>
        <pc:sldMkLst>
          <pc:docMk/>
          <pc:sldMk cId="2230611167" sldId="274"/>
        </pc:sldMkLst>
        <pc:spChg chg="mod">
          <ac:chgData name="Thampi, Rohan" userId="684917c9-6abc-4a73-8a06-f5e465c0fcde" providerId="ADAL" clId="{F3DCDE7E-3E7A-46F4-B6A6-1CFD05149D43}" dt="2025-05-29T03:38:02.777" v="3927" actId="108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7:23.237" v="1748" actId="20577"/>
          <ac:spMkLst>
            <pc:docMk/>
            <pc:sldMk cId="2230611167" sldId="274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11.745" v="3738"/>
          <ac:cxnSpMkLst>
            <pc:docMk/>
            <pc:sldMk cId="2230611167" sldId="274"/>
            <ac:cxnSpMk id="3" creationId="{627D734F-376E-9F9A-8FB9-DE26F6FEFF33}"/>
          </ac:cxnSpMkLst>
        </pc:cxnChg>
        <pc:cxnChg chg="del">
          <ac:chgData name="Thampi, Rohan" userId="684917c9-6abc-4a73-8a06-f5e465c0fcde" providerId="ADAL" clId="{F3DCDE7E-3E7A-46F4-B6A6-1CFD05149D43}" dt="2025-05-29T03:28:11.326" v="3737" actId="478"/>
          <ac:cxnSpMkLst>
            <pc:docMk/>
            <pc:sldMk cId="2230611167" sldId="274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05.341" v="4426" actId="20577"/>
        <pc:sldMkLst>
          <pc:docMk/>
          <pc:sldMk cId="683091638" sldId="275"/>
        </pc:sldMkLst>
        <pc:spChg chg="del">
          <ac:chgData name="Thampi, Rohan" userId="684917c9-6abc-4a73-8a06-f5e465c0fcde" providerId="ADAL" clId="{F3DCDE7E-3E7A-46F4-B6A6-1CFD05149D43}" dt="2025-05-29T02:15:08.832" v="3011" actId="478"/>
          <ac:spMkLst>
            <pc:docMk/>
            <pc:sldMk cId="683091638" sldId="275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4:28.678" v="1794" actId="313"/>
          <ac:spMkLst>
            <pc:docMk/>
            <pc:sldMk cId="683091638" sldId="27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02:24:23.996" v="3324" actId="478"/>
          <ac:spMkLst>
            <pc:docMk/>
            <pc:sldMk cId="683091638" sldId="275"/>
            <ac:spMk id="5" creationId="{C32B0F83-5CE3-F325-BE4C-721C346BECA6}"/>
          </ac:spMkLst>
        </pc:spChg>
        <pc:spChg chg="add mod">
          <ac:chgData name="Thampi, Rohan" userId="684917c9-6abc-4a73-8a06-f5e465c0fcde" providerId="ADAL" clId="{F3DCDE7E-3E7A-46F4-B6A6-1CFD05149D43}" dt="2025-05-29T03:09:40.202" v="3442" actId="20577"/>
          <ac:spMkLst>
            <pc:docMk/>
            <pc:sldMk cId="683091638" sldId="275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2:19:44.825" v="3187" actId="22"/>
          <ac:spMkLst>
            <pc:docMk/>
            <pc:sldMk cId="683091638" sldId="275"/>
            <ac:spMk id="9" creationId="{6129A7B4-13B7-1340-A4FF-3FB48AE725F0}"/>
          </ac:spMkLst>
        </pc:spChg>
        <pc:spChg chg="add mod">
          <ac:chgData name="Thampi, Rohan" userId="684917c9-6abc-4a73-8a06-f5e465c0fcde" providerId="ADAL" clId="{F3DCDE7E-3E7A-46F4-B6A6-1CFD05149D43}" dt="2025-05-29T03:01:21.627" v="3430" actId="113"/>
          <ac:spMkLst>
            <pc:docMk/>
            <pc:sldMk cId="683091638" sldId="275"/>
            <ac:spMk id="11" creationId="{0F396A2C-A7BC-EDAF-8287-470504C7D770}"/>
          </ac:spMkLst>
        </pc:spChg>
        <pc:spChg chg="add del">
          <ac:chgData name="Thampi, Rohan" userId="684917c9-6abc-4a73-8a06-f5e465c0fcde" providerId="ADAL" clId="{F3DCDE7E-3E7A-46F4-B6A6-1CFD05149D43}" dt="2025-05-29T02:21:57.711" v="3273" actId="22"/>
          <ac:spMkLst>
            <pc:docMk/>
            <pc:sldMk cId="683091638" sldId="275"/>
            <ac:spMk id="13" creationId="{DA9BBAB1-2BBD-CB79-1446-0AC7001B4E9C}"/>
          </ac:spMkLst>
        </pc:spChg>
        <pc:spChg chg="add del mod">
          <ac:chgData name="Thampi, Rohan" userId="684917c9-6abc-4a73-8a06-f5e465c0fcde" providerId="ADAL" clId="{F3DCDE7E-3E7A-46F4-B6A6-1CFD05149D43}" dt="2025-05-29T02:24:27.952" v="3325" actId="478"/>
          <ac:spMkLst>
            <pc:docMk/>
            <pc:sldMk cId="683091638" sldId="275"/>
            <ac:spMk id="15" creationId="{A289C7CA-A021-0A01-C0CF-E473CD260B94}"/>
          </ac:spMkLst>
        </pc:spChg>
        <pc:picChg chg="add del mod">
          <ac:chgData name="Thampi, Rohan" userId="684917c9-6abc-4a73-8a06-f5e465c0fcde" providerId="ADAL" clId="{F3DCDE7E-3E7A-46F4-B6A6-1CFD05149D43}" dt="2025-05-29T02:24:23.996" v="3324" actId="478"/>
          <ac:picMkLst>
            <pc:docMk/>
            <pc:sldMk cId="683091638" sldId="275"/>
            <ac:picMk id="4098" creationId="{66F88D55-6734-004A-C447-1AB1B5CCD05A}"/>
          </ac:picMkLst>
        </pc:picChg>
        <pc:picChg chg="add del mod">
          <ac:chgData name="Thampi, Rohan" userId="684917c9-6abc-4a73-8a06-f5e465c0fcde" providerId="ADAL" clId="{F3DCDE7E-3E7A-46F4-B6A6-1CFD05149D43}" dt="2025-05-29T02:58:16.631" v="3326" actId="478"/>
          <ac:picMkLst>
            <pc:docMk/>
            <pc:sldMk cId="683091638" sldId="275"/>
            <ac:picMk id="4100" creationId="{50753DB3-F952-65B6-97B5-5FA0D164B344}"/>
          </ac:picMkLst>
        </pc:picChg>
        <pc:picChg chg="add mod">
          <ac:chgData name="Thampi, Rohan" userId="684917c9-6abc-4a73-8a06-f5e465c0fcde" providerId="ADAL" clId="{F3DCDE7E-3E7A-46F4-B6A6-1CFD05149D43}" dt="2025-05-29T02:59:17.123" v="3334" actId="1076"/>
          <ac:picMkLst>
            <pc:docMk/>
            <pc:sldMk cId="683091638" sldId="275"/>
            <ac:picMk id="4102" creationId="{4437006A-6962-7CAA-27DA-E64A26A3D00B}"/>
          </ac:picMkLst>
        </pc:picChg>
        <pc:cxnChg chg="add mod">
          <ac:chgData name="Thampi, Rohan" userId="684917c9-6abc-4a73-8a06-f5e465c0fcde" providerId="ADAL" clId="{F3DCDE7E-3E7A-46F4-B6A6-1CFD05149D43}" dt="2025-05-29T03:27:55.771" v="3732"/>
          <ac:cxnSpMkLst>
            <pc:docMk/>
            <pc:sldMk cId="683091638" sldId="275"/>
            <ac:cxnSpMk id="2" creationId="{5A6612B0-1C69-8498-4F1B-B0DD0EC7364F}"/>
          </ac:cxnSpMkLst>
        </pc:cxnChg>
        <pc:cxnChg chg="del">
          <ac:chgData name="Thampi, Rohan" userId="684917c9-6abc-4a73-8a06-f5e465c0fcde" providerId="ADAL" clId="{F3DCDE7E-3E7A-46F4-B6A6-1CFD05149D43}" dt="2025-05-29T03:27:55.358" v="3731" actId="478"/>
          <ac:cxnSpMkLst>
            <pc:docMk/>
            <pc:sldMk cId="683091638" sldId="275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5:19:44.017" v="5720" actId="20577"/>
        <pc:sldMkLst>
          <pc:docMk/>
          <pc:sldMk cId="3260920264" sldId="276"/>
        </pc:sldMkLst>
        <pc:spChg chg="mod">
          <ac:chgData name="Thampi, Rohan" userId="684917c9-6abc-4a73-8a06-f5e465c0fcde" providerId="ADAL" clId="{F3DCDE7E-3E7A-46F4-B6A6-1CFD05149D43}" dt="2025-05-29T05:19:44.017" v="5720" actId="20577"/>
          <ac:spMkLst>
            <pc:docMk/>
            <pc:sldMk cId="3260920264" sldId="276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3:40:46.450" v="4021" actId="20577"/>
          <ac:spMkLst>
            <pc:docMk/>
            <pc:sldMk cId="3260920264" sldId="276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50.845" v="3748"/>
          <ac:cxnSpMkLst>
            <pc:docMk/>
            <pc:sldMk cId="3260920264" sldId="276"/>
            <ac:cxnSpMk id="3" creationId="{5EAF2320-E6E6-6853-E3E5-9B4736384AD4}"/>
          </ac:cxnSpMkLst>
        </pc:cxnChg>
        <pc:cxnChg chg="del">
          <ac:chgData name="Thampi, Rohan" userId="684917c9-6abc-4a73-8a06-f5e465c0fcde" providerId="ADAL" clId="{F3DCDE7E-3E7A-46F4-B6A6-1CFD05149D43}" dt="2025-05-29T03:28:50.536" v="3747" actId="478"/>
          <ac:cxnSpMkLst>
            <pc:docMk/>
            <pc:sldMk cId="3260920264" sldId="276"/>
            <ac:cxnSpMk id="8" creationId="{BC9E2731-9D9A-E939-13BA-1AB9D26C90E9}"/>
          </ac:cxnSpMkLst>
        </pc:cxnChg>
      </pc:sldChg>
      <pc:sldChg chg="delSp modSp add del mod">
        <pc:chgData name="Thampi, Rohan" userId="684917c9-6abc-4a73-8a06-f5e465c0fcde" providerId="ADAL" clId="{F3DCDE7E-3E7A-46F4-B6A6-1CFD05149D43}" dt="2025-05-29T00:34:55.848" v="1850" actId="47"/>
        <pc:sldMkLst>
          <pc:docMk/>
          <pc:sldMk cId="2988601055" sldId="277"/>
        </pc:sldMkLst>
        <pc:spChg chg="del mod">
          <ac:chgData name="Thampi, Rohan" userId="684917c9-6abc-4a73-8a06-f5e465c0fcde" providerId="ADAL" clId="{F3DCDE7E-3E7A-46F4-B6A6-1CFD05149D43}" dt="2025-05-29T00:25:18.009" v="1829" actId="478"/>
          <ac:spMkLst>
            <pc:docMk/>
            <pc:sldMk cId="2988601055" sldId="277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14.799" v="1827" actId="1076"/>
          <ac:spMkLst>
            <pc:docMk/>
            <pc:sldMk cId="2988601055" sldId="277"/>
            <ac:spMk id="4" creationId="{4E5542D2-2ABA-C41C-7666-9132821C12BB}"/>
          </ac:spMkLst>
        </pc:spChg>
      </pc:sldChg>
      <pc:sldChg chg="addSp delSp modSp add mod ord modAnim modNotesTx">
        <pc:chgData name="Thampi, Rohan" userId="684917c9-6abc-4a73-8a06-f5e465c0fcde" providerId="ADAL" clId="{F3DCDE7E-3E7A-46F4-B6A6-1CFD05149D43}" dt="2025-05-29T05:10:14.485" v="5618" actId="404"/>
        <pc:sldMkLst>
          <pc:docMk/>
          <pc:sldMk cId="3776898968" sldId="278"/>
        </pc:sldMkLst>
        <pc:spChg chg="del mod">
          <ac:chgData name="Thampi, Rohan" userId="684917c9-6abc-4a73-8a06-f5e465c0fcde" providerId="ADAL" clId="{F3DCDE7E-3E7A-46F4-B6A6-1CFD05149D43}" dt="2025-05-29T04:27:50.016" v="4871" actId="478"/>
          <ac:spMkLst>
            <pc:docMk/>
            <pc:sldMk cId="3776898968" sldId="27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34:26.665" v="4925" actId="20577"/>
          <ac:spMkLst>
            <pc:docMk/>
            <pc:sldMk cId="3776898968" sldId="278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27:44.527" v="4869"/>
          <ac:spMkLst>
            <pc:docMk/>
            <pc:sldMk cId="3776898968" sldId="278"/>
            <ac:spMk id="5" creationId="{F69A7B63-D685-0323-C498-2234C3E13376}"/>
          </ac:spMkLst>
        </pc:spChg>
        <pc:spChg chg="add mod">
          <ac:chgData name="Thampi, Rohan" userId="684917c9-6abc-4a73-8a06-f5e465c0fcde" providerId="ADAL" clId="{F3DCDE7E-3E7A-46F4-B6A6-1CFD05149D43}" dt="2025-05-29T05:10:14.485" v="5618" actId="404"/>
          <ac:spMkLst>
            <pc:docMk/>
            <pc:sldMk cId="3776898968" sldId="278"/>
            <ac:spMk id="6" creationId="{82C96BEC-96FD-BAC2-87C7-E6D9FE05F036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0" creationId="{E5B71B61-5326-7F12-4D18-B6EB08F4EDFA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1" creationId="{E0D0E822-7CF8-3921-9CD2-8210191C0DAB}"/>
          </ac:spMkLst>
        </pc:spChg>
        <pc:picChg chg="add mod">
          <ac:chgData name="Thampi, Rohan" userId="684917c9-6abc-4a73-8a06-f5e465c0fcde" providerId="ADAL" clId="{F3DCDE7E-3E7A-46F4-B6A6-1CFD05149D43}" dt="2025-05-29T04:28:32.645" v="4877" actId="1076"/>
          <ac:picMkLst>
            <pc:docMk/>
            <pc:sldMk cId="3776898968" sldId="278"/>
            <ac:picMk id="9" creationId="{21C59C4B-91C9-9CE3-3190-94E7200C9E17}"/>
          </ac:picMkLst>
        </pc:picChg>
        <pc:picChg chg="add mod">
          <ac:chgData name="Thampi, Rohan" userId="684917c9-6abc-4a73-8a06-f5e465c0fcde" providerId="ADAL" clId="{F3DCDE7E-3E7A-46F4-B6A6-1CFD05149D43}" dt="2025-05-29T04:30:44.447" v="4911" actId="1038"/>
          <ac:picMkLst>
            <pc:docMk/>
            <pc:sldMk cId="3776898968" sldId="278"/>
            <ac:picMk id="13" creationId="{A0445C1F-6B7F-F497-0912-2F4EE17A45E6}"/>
          </ac:picMkLst>
        </pc:picChg>
        <pc:picChg chg="add mod">
          <ac:chgData name="Thampi, Rohan" userId="684917c9-6abc-4a73-8a06-f5e465c0fcde" providerId="ADAL" clId="{F3DCDE7E-3E7A-46F4-B6A6-1CFD05149D43}" dt="2025-05-29T05:05:42.043" v="5528" actId="1076"/>
          <ac:picMkLst>
            <pc:docMk/>
            <pc:sldMk cId="3776898968" sldId="278"/>
            <ac:picMk id="14" creationId="{24D40B9C-18E0-ED9E-334A-9D75E8D858A1}"/>
          </ac:picMkLst>
        </pc:picChg>
        <pc:picChg chg="add mod">
          <ac:chgData name="Thampi, Rohan" userId="684917c9-6abc-4a73-8a06-f5e465c0fcde" providerId="ADAL" clId="{F3DCDE7E-3E7A-46F4-B6A6-1CFD05149D43}" dt="2025-05-29T04:31:39.537" v="4921" actId="1038"/>
          <ac:picMkLst>
            <pc:docMk/>
            <pc:sldMk cId="3776898968" sldId="278"/>
            <ac:picMk id="6146" creationId="{2917B197-91FF-F0F8-B846-FEF321C52EB7}"/>
          </ac:picMkLst>
        </pc:picChg>
        <pc:cxnChg chg="add mod">
          <ac:chgData name="Thampi, Rohan" userId="684917c9-6abc-4a73-8a06-f5e465c0fcde" providerId="ADAL" clId="{F3DCDE7E-3E7A-46F4-B6A6-1CFD05149D43}" dt="2025-05-29T03:28:55.982" v="3750"/>
          <ac:cxnSpMkLst>
            <pc:docMk/>
            <pc:sldMk cId="3776898968" sldId="278"/>
            <ac:cxnSpMk id="3" creationId="{587A7CEE-FFEA-3DD5-5D1A-B368D2CCBF7E}"/>
          </ac:cxnSpMkLst>
        </pc:cxnChg>
        <pc:cxnChg chg="del">
          <ac:chgData name="Thampi, Rohan" userId="684917c9-6abc-4a73-8a06-f5e465c0fcde" providerId="ADAL" clId="{F3DCDE7E-3E7A-46F4-B6A6-1CFD05149D43}" dt="2025-05-29T03:28:55.663" v="3749" actId="478"/>
          <ac:cxnSpMkLst>
            <pc:docMk/>
            <pc:sldMk cId="3776898968" sldId="278"/>
            <ac:cxnSpMk id="8" creationId="{BC9E2731-9D9A-E939-13BA-1AB9D26C90E9}"/>
          </ac:cxnSpMkLst>
        </pc:cxnChg>
      </pc:sldChg>
      <pc:sldChg chg="addSp delSp modSp add mod modAnim modNotesTx">
        <pc:chgData name="Thampi, Rohan" userId="684917c9-6abc-4a73-8a06-f5e465c0fcde" providerId="ADAL" clId="{F3DCDE7E-3E7A-46F4-B6A6-1CFD05149D43}" dt="2025-05-29T05:25:13.875" v="5957" actId="1035"/>
        <pc:sldMkLst>
          <pc:docMk/>
          <pc:sldMk cId="4190792042" sldId="279"/>
        </pc:sldMkLst>
        <pc:spChg chg="del">
          <ac:chgData name="Thampi, Rohan" userId="684917c9-6abc-4a73-8a06-f5e465c0fcde" providerId="ADAL" clId="{F3DCDE7E-3E7A-46F4-B6A6-1CFD05149D43}" dt="2025-05-29T04:11:42.360" v="4622" actId="478"/>
          <ac:spMkLst>
            <pc:docMk/>
            <pc:sldMk cId="4190792042" sldId="27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54.309" v="1847" actId="20577"/>
          <ac:spMkLst>
            <pc:docMk/>
            <pc:sldMk cId="4190792042" sldId="279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11:39.993" v="4621"/>
          <ac:spMkLst>
            <pc:docMk/>
            <pc:sldMk cId="4190792042" sldId="279"/>
            <ac:spMk id="5" creationId="{5EC5946A-129F-861A-46DA-51C39F621210}"/>
          </ac:spMkLst>
        </pc:spChg>
        <pc:spChg chg="add mod">
          <ac:chgData name="Thampi, Rohan" userId="684917c9-6abc-4a73-8a06-f5e465c0fcde" providerId="ADAL" clId="{F3DCDE7E-3E7A-46F4-B6A6-1CFD05149D43}" dt="2025-05-29T05:10:20.068" v="5621" actId="20577"/>
          <ac:spMkLst>
            <pc:docMk/>
            <pc:sldMk cId="4190792042" sldId="279"/>
            <ac:spMk id="6" creationId="{3C43F8F8-12AE-B9B0-9A90-A46D6D9980C8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2" creationId="{81332528-9549-3294-BBC8-FA301903A6C0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3" creationId="{9F74B70C-0F38-1FE1-88DB-C908BD1F9F81}"/>
          </ac:spMkLst>
        </pc:spChg>
        <pc:picChg chg="add mod">
          <ac:chgData name="Thampi, Rohan" userId="684917c9-6abc-4a73-8a06-f5e465c0fcde" providerId="ADAL" clId="{F3DCDE7E-3E7A-46F4-B6A6-1CFD05149D43}" dt="2025-05-29T04:19:37.482" v="4772" actId="1076"/>
          <ac:picMkLst>
            <pc:docMk/>
            <pc:sldMk cId="4190792042" sldId="279"/>
            <ac:picMk id="9" creationId="{2A238C8D-E3A5-65EA-171A-89AFA7DAAED2}"/>
          </ac:picMkLst>
        </pc:picChg>
        <pc:picChg chg="add mod modCrop">
          <ac:chgData name="Thampi, Rohan" userId="684917c9-6abc-4a73-8a06-f5e465c0fcde" providerId="ADAL" clId="{F3DCDE7E-3E7A-46F4-B6A6-1CFD05149D43}" dt="2025-05-29T04:25:18.139" v="4835" actId="1076"/>
          <ac:picMkLst>
            <pc:docMk/>
            <pc:sldMk cId="4190792042" sldId="279"/>
            <ac:picMk id="11" creationId="{A39FA53F-99B2-E9FC-6B6E-1A9526C33E6D}"/>
          </ac:picMkLst>
        </pc:picChg>
        <pc:picChg chg="add mod">
          <ac:chgData name="Thampi, Rohan" userId="684917c9-6abc-4a73-8a06-f5e465c0fcde" providerId="ADAL" clId="{F3DCDE7E-3E7A-46F4-B6A6-1CFD05149D43}" dt="2025-05-29T05:25:13.875" v="5957" actId="1035"/>
          <ac:picMkLst>
            <pc:docMk/>
            <pc:sldMk cId="4190792042" sldId="279"/>
            <ac:picMk id="14" creationId="{D629B157-34BC-F8D6-9D8D-2FAD0E5AE4AA}"/>
          </ac:picMkLst>
        </pc:picChg>
        <pc:picChg chg="add mod">
          <ac:chgData name="Thampi, Rohan" userId="684917c9-6abc-4a73-8a06-f5e465c0fcde" providerId="ADAL" clId="{F3DCDE7E-3E7A-46F4-B6A6-1CFD05149D43}" dt="2025-05-29T04:25:09.834" v="4834" actId="1076"/>
          <ac:picMkLst>
            <pc:docMk/>
            <pc:sldMk cId="4190792042" sldId="279"/>
            <ac:picMk id="5122" creationId="{860219B9-3649-7E99-73AF-935C440BD636}"/>
          </ac:picMkLst>
        </pc:picChg>
        <pc:cxnChg chg="add mod">
          <ac:chgData name="Thampi, Rohan" userId="684917c9-6abc-4a73-8a06-f5e465c0fcde" providerId="ADAL" clId="{F3DCDE7E-3E7A-46F4-B6A6-1CFD05149D43}" dt="2025-05-29T03:29:04.160" v="3752"/>
          <ac:cxnSpMkLst>
            <pc:docMk/>
            <pc:sldMk cId="4190792042" sldId="279"/>
            <ac:cxnSpMk id="3" creationId="{5790E3B0-A43F-7FD4-9620-CBD7636493DF}"/>
          </ac:cxnSpMkLst>
        </pc:cxnChg>
        <pc:cxnChg chg="del">
          <ac:chgData name="Thampi, Rohan" userId="684917c9-6abc-4a73-8a06-f5e465c0fcde" providerId="ADAL" clId="{F3DCDE7E-3E7A-46F4-B6A6-1CFD05149D43}" dt="2025-05-29T03:29:03.743" v="3751" actId="478"/>
          <ac:cxnSpMkLst>
            <pc:docMk/>
            <pc:sldMk cId="4190792042" sldId="279"/>
            <ac:cxnSpMk id="8" creationId="{BC9E2731-9D9A-E939-13BA-1AB9D26C90E9}"/>
          </ac:cxnSpMkLst>
        </pc:cxnChg>
      </pc:sldChg>
      <pc:sldChg chg="addSp delSp modSp new mod">
        <pc:chgData name="Thampi, Rohan" userId="684917c9-6abc-4a73-8a06-f5e465c0fcde" providerId="ADAL" clId="{F3DCDE7E-3E7A-46F4-B6A6-1CFD05149D43}" dt="2025-05-29T00:48:45.140" v="2070"/>
        <pc:sldMkLst>
          <pc:docMk/>
          <pc:sldMk cId="3427730945" sldId="280"/>
        </pc:sldMkLst>
        <pc:spChg chg="mod">
          <ac:chgData name="Thampi, Rohan" userId="684917c9-6abc-4a73-8a06-f5e465c0fcde" providerId="ADAL" clId="{F3DCDE7E-3E7A-46F4-B6A6-1CFD05149D43}" dt="2025-05-29T00:48:45.140" v="2070"/>
          <ac:spMkLst>
            <pc:docMk/>
            <pc:sldMk cId="3427730945" sldId="280"/>
            <ac:spMk id="2" creationId="{1CE979DD-8DBC-3C13-D97C-0091300F4EFE}"/>
          </ac:spMkLst>
        </pc:spChg>
        <pc:spChg chg="del">
          <ac:chgData name="Thampi, Rohan" userId="684917c9-6abc-4a73-8a06-f5e465c0fcde" providerId="ADAL" clId="{F3DCDE7E-3E7A-46F4-B6A6-1CFD05149D43}" dt="2025-05-29T00:35:57.170" v="1870" actId="478"/>
          <ac:spMkLst>
            <pc:docMk/>
            <pc:sldMk cId="3427730945" sldId="280"/>
            <ac:spMk id="3" creationId="{B1CACCB6-561D-F4B7-F9B4-68208B8CB261}"/>
          </ac:spMkLst>
        </pc:spChg>
        <pc:picChg chg="add mod">
          <ac:chgData name="Thampi, Rohan" userId="684917c9-6abc-4a73-8a06-f5e465c0fcde" providerId="ADAL" clId="{F3DCDE7E-3E7A-46F4-B6A6-1CFD05149D43}" dt="2025-05-29T00:45:08.495" v="1949" actId="1076"/>
          <ac:picMkLst>
            <pc:docMk/>
            <pc:sldMk cId="3427730945" sldId="280"/>
            <ac:picMk id="1026" creationId="{D08A0857-AC30-139D-0197-C50E98FC69FE}"/>
          </ac:picMkLst>
        </pc:picChg>
        <pc:cxnChg chg="add mod">
          <ac:chgData name="Thampi, Rohan" userId="684917c9-6abc-4a73-8a06-f5e465c0fcde" providerId="ADAL" clId="{F3DCDE7E-3E7A-46F4-B6A6-1CFD05149D43}" dt="2025-05-29T00:39:18.178" v="1871"/>
          <ac:cxnSpMkLst>
            <pc:docMk/>
            <pc:sldMk cId="3427730945" sldId="280"/>
            <ac:cxnSpMk id="4" creationId="{E420BAF5-B1C1-5886-7CDA-8AF4141CAF0A}"/>
          </ac:cxnSpMkLst>
        </pc:cxnChg>
      </pc:sldChg>
      <pc:sldChg chg="addSp delSp modSp add del mod modNotesTx">
        <pc:chgData name="Thampi, Rohan" userId="684917c9-6abc-4a73-8a06-f5e465c0fcde" providerId="ADAL" clId="{F3DCDE7E-3E7A-46F4-B6A6-1CFD05149D43}" dt="2025-05-29T05:04:26.046" v="5516" actId="47"/>
        <pc:sldMkLst>
          <pc:docMk/>
          <pc:sldMk cId="2220500537" sldId="281"/>
        </pc:sldMkLst>
        <pc:spChg chg="mod">
          <ac:chgData name="Thampi, Rohan" userId="684917c9-6abc-4a73-8a06-f5e465c0fcde" providerId="ADAL" clId="{F3DCDE7E-3E7A-46F4-B6A6-1CFD05149D43}" dt="2025-05-29T04:40:13.058" v="4981" actId="948"/>
          <ac:spMkLst>
            <pc:docMk/>
            <pc:sldMk cId="2220500537" sldId="28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49:06.389" v="2089" actId="20577"/>
          <ac:spMkLst>
            <pc:docMk/>
            <pc:sldMk cId="2220500537" sldId="281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50:49.302" v="5105" actId="164"/>
          <ac:spMkLst>
            <pc:docMk/>
            <pc:sldMk cId="2220500537" sldId="281"/>
            <ac:spMk id="6" creationId="{B5444526-9D42-9845-EAF9-5C57BF3F9FB0}"/>
          </ac:spMkLst>
        </pc:spChg>
        <pc:spChg chg="add mod">
          <ac:chgData name="Thampi, Rohan" userId="684917c9-6abc-4a73-8a06-f5e465c0fcde" providerId="ADAL" clId="{F3DCDE7E-3E7A-46F4-B6A6-1CFD05149D43}" dt="2025-05-29T04:50:53.860" v="5106" actId="164"/>
          <ac:spMkLst>
            <pc:docMk/>
            <pc:sldMk cId="2220500537" sldId="281"/>
            <ac:spMk id="7" creationId="{5D893781-73C5-6285-1D00-1D0B3327E6A9}"/>
          </ac:spMkLst>
        </pc:spChg>
        <pc:spChg chg="add mod">
          <ac:chgData name="Thampi, Rohan" userId="684917c9-6abc-4a73-8a06-f5e465c0fcde" providerId="ADAL" clId="{F3DCDE7E-3E7A-46F4-B6A6-1CFD05149D43}" dt="2025-05-29T04:50:42.807" v="5104" actId="164"/>
          <ac:spMkLst>
            <pc:docMk/>
            <pc:sldMk cId="2220500537" sldId="281"/>
            <ac:spMk id="9" creationId="{0E2C71C6-1E4A-39B3-E6B7-ED18DDD096A6}"/>
          </ac:spMkLst>
        </pc:spChg>
        <pc:spChg chg="add mod">
          <ac:chgData name="Thampi, Rohan" userId="684917c9-6abc-4a73-8a06-f5e465c0fcde" providerId="ADAL" clId="{F3DCDE7E-3E7A-46F4-B6A6-1CFD05149D43}" dt="2025-05-29T04:51:05.643" v="5107" actId="164"/>
          <ac:spMkLst>
            <pc:docMk/>
            <pc:sldMk cId="2220500537" sldId="28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4:51:37.634" v="5116" actId="1076"/>
          <ac:spMkLst>
            <pc:docMk/>
            <pc:sldMk cId="2220500537" sldId="281"/>
            <ac:spMk id="17" creationId="{CE3EFF62-AC39-C9F9-3BFA-5C041E5954DD}"/>
          </ac:spMkLst>
        </pc:spChg>
        <pc:grpChg chg="add mod">
          <ac:chgData name="Thampi, Rohan" userId="684917c9-6abc-4a73-8a06-f5e465c0fcde" providerId="ADAL" clId="{F3DCDE7E-3E7A-46F4-B6A6-1CFD05149D43}" dt="2025-05-29T04:50:42.807" v="5104" actId="164"/>
          <ac:grpSpMkLst>
            <pc:docMk/>
            <pc:sldMk cId="2220500537" sldId="281"/>
            <ac:grpSpMk id="11" creationId="{6E608A5F-5CE6-6C20-D457-F11B4C9522B0}"/>
          </ac:grpSpMkLst>
        </pc:grpChg>
        <pc:grpChg chg="add mod">
          <ac:chgData name="Thampi, Rohan" userId="684917c9-6abc-4a73-8a06-f5e465c0fcde" providerId="ADAL" clId="{F3DCDE7E-3E7A-46F4-B6A6-1CFD05149D43}" dt="2025-05-29T04:50:49.302" v="5105" actId="164"/>
          <ac:grpSpMkLst>
            <pc:docMk/>
            <pc:sldMk cId="2220500537" sldId="281"/>
            <ac:grpSpMk id="12" creationId="{DA375782-1BD0-CC49-8E0E-75892BF638A8}"/>
          </ac:grpSpMkLst>
        </pc:grpChg>
        <pc:grpChg chg="add mod">
          <ac:chgData name="Thampi, Rohan" userId="684917c9-6abc-4a73-8a06-f5e465c0fcde" providerId="ADAL" clId="{F3DCDE7E-3E7A-46F4-B6A6-1CFD05149D43}" dt="2025-05-29T04:50:53.860" v="5106" actId="164"/>
          <ac:grpSpMkLst>
            <pc:docMk/>
            <pc:sldMk cId="2220500537" sldId="281"/>
            <ac:grpSpMk id="13" creationId="{3492CE94-F054-8526-015F-A7B1D718AE78}"/>
          </ac:grpSpMkLst>
        </pc:grpChg>
        <pc:grpChg chg="add mod">
          <ac:chgData name="Thampi, Rohan" userId="684917c9-6abc-4a73-8a06-f5e465c0fcde" providerId="ADAL" clId="{F3DCDE7E-3E7A-46F4-B6A6-1CFD05149D43}" dt="2025-05-29T04:51:05.643" v="5107" actId="164"/>
          <ac:grpSpMkLst>
            <pc:docMk/>
            <pc:sldMk cId="2220500537" sldId="281"/>
            <ac:grpSpMk id="14" creationId="{BF6F8D9A-0546-4A0B-5A82-CD5B2C830071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5" creationId="{55F407BF-B4A5-6AA3-7A2D-17B7CC5D7E1D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9" creationId="{74FA2601-E378-E099-D692-0FB532F66AA9}"/>
          </ac:grpSpMkLst>
        </pc:grpChg>
        <pc:picChg chg="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6" creationId="{2C0B6CE2-79C6-7DDE-6EB9-A71A0DC5E221}"/>
          </ac:picMkLst>
        </pc:picChg>
        <pc:picChg chg="add 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8" creationId="{C091AC48-3997-D593-ECB7-456CA08C9AD9}"/>
          </ac:picMkLst>
        </pc:picChg>
        <pc:picChg chg="add mod">
          <ac:chgData name="Thampi, Rohan" userId="684917c9-6abc-4a73-8a06-f5e465c0fcde" providerId="ADAL" clId="{F3DCDE7E-3E7A-46F4-B6A6-1CFD05149D43}" dt="2025-05-29T04:51:05.643" v="5107" actId="164"/>
          <ac:picMkLst>
            <pc:docMk/>
            <pc:sldMk cId="2220500537" sldId="281"/>
            <ac:picMk id="4098" creationId="{DD639D87-BD06-68CC-324F-05AD0816D2BE}"/>
          </ac:picMkLst>
        </pc:picChg>
        <pc:picChg chg="add mod">
          <ac:chgData name="Thampi, Rohan" userId="684917c9-6abc-4a73-8a06-f5e465c0fcde" providerId="ADAL" clId="{F3DCDE7E-3E7A-46F4-B6A6-1CFD05149D43}" dt="2025-05-29T04:50:49.302" v="5105" actId="164"/>
          <ac:picMkLst>
            <pc:docMk/>
            <pc:sldMk cId="2220500537" sldId="281"/>
            <ac:picMk id="4100" creationId="{B21BDF28-11DF-3F4B-84A6-817C52D3C1AC}"/>
          </ac:picMkLst>
        </pc:picChg>
        <pc:picChg chg="add">
          <ac:chgData name="Thampi, Rohan" userId="684917c9-6abc-4a73-8a06-f5e465c0fcde" providerId="ADAL" clId="{F3DCDE7E-3E7A-46F4-B6A6-1CFD05149D43}" dt="2025-05-29T04:46:45.249" v="4997"/>
          <ac:picMkLst>
            <pc:docMk/>
            <pc:sldMk cId="2220500537" sldId="281"/>
            <ac:picMk id="4102" creationId="{504B971B-35B7-BBBF-63EE-3E1C2C432E52}"/>
          </ac:picMkLst>
        </pc:picChg>
        <pc:picChg chg="add">
          <ac:chgData name="Thampi, Rohan" userId="684917c9-6abc-4a73-8a06-f5e465c0fcde" providerId="ADAL" clId="{F3DCDE7E-3E7A-46F4-B6A6-1CFD05149D43}" dt="2025-05-29T04:46:49.597" v="4998"/>
          <ac:picMkLst>
            <pc:docMk/>
            <pc:sldMk cId="2220500537" sldId="281"/>
            <ac:picMk id="4104" creationId="{D985EC3D-9585-E3EE-0695-E35EE9C82946}"/>
          </ac:picMkLst>
        </pc:picChg>
        <pc:picChg chg="add mod">
          <ac:chgData name="Thampi, Rohan" userId="684917c9-6abc-4a73-8a06-f5e465c0fcde" providerId="ADAL" clId="{F3DCDE7E-3E7A-46F4-B6A6-1CFD05149D43}" dt="2025-05-29T04:50:42.807" v="5104" actId="164"/>
          <ac:picMkLst>
            <pc:docMk/>
            <pc:sldMk cId="2220500537" sldId="281"/>
            <ac:picMk id="4106" creationId="{B7634203-D9DF-4333-149D-B3F37585553E}"/>
          </ac:picMkLst>
        </pc:picChg>
        <pc:picChg chg="add del mod">
          <ac:chgData name="Thampi, Rohan" userId="684917c9-6abc-4a73-8a06-f5e465c0fcde" providerId="ADAL" clId="{F3DCDE7E-3E7A-46F4-B6A6-1CFD05149D43}" dt="2025-05-29T04:49:26.546" v="5029" actId="478"/>
          <ac:picMkLst>
            <pc:docMk/>
            <pc:sldMk cId="2220500537" sldId="281"/>
            <ac:picMk id="4108" creationId="{25128F4D-7590-7D57-9482-E9F23535F874}"/>
          </ac:picMkLst>
        </pc:picChg>
        <pc:picChg chg="add mod">
          <ac:chgData name="Thampi, Rohan" userId="684917c9-6abc-4a73-8a06-f5e465c0fcde" providerId="ADAL" clId="{F3DCDE7E-3E7A-46F4-B6A6-1CFD05149D43}" dt="2025-05-29T04:50:53.860" v="5106" actId="164"/>
          <ac:picMkLst>
            <pc:docMk/>
            <pc:sldMk cId="2220500537" sldId="281"/>
            <ac:picMk id="4110" creationId="{D325C895-4D02-B4C3-C541-463904A36D2F}"/>
          </ac:picMkLst>
        </pc:picChg>
        <pc:picChg chg="add">
          <ac:chgData name="Thampi, Rohan" userId="684917c9-6abc-4a73-8a06-f5e465c0fcde" providerId="ADAL" clId="{F3DCDE7E-3E7A-46F4-B6A6-1CFD05149D43}" dt="2025-05-29T04:49:37.166" v="5033"/>
          <ac:picMkLst>
            <pc:docMk/>
            <pc:sldMk cId="2220500537" sldId="281"/>
            <ac:picMk id="4112" creationId="{1CD01161-0D14-A419-9170-7EFA000DFCDF}"/>
          </ac:picMkLst>
        </pc:picChg>
        <pc:picChg chg="add mod">
          <ac:chgData name="Thampi, Rohan" userId="684917c9-6abc-4a73-8a06-f5e465c0fcde" providerId="ADAL" clId="{F3DCDE7E-3E7A-46F4-B6A6-1CFD05149D43}" dt="2025-05-29T04:51:54.589" v="5118" actId="14100"/>
          <ac:picMkLst>
            <pc:docMk/>
            <pc:sldMk cId="2220500537" sldId="281"/>
            <ac:picMk id="4114" creationId="{D748E700-1122-FCB1-AF2B-340FD22DBE5D}"/>
          </ac:picMkLst>
        </pc:picChg>
        <pc:cxnChg chg="add mod">
          <ac:chgData name="Thampi, Rohan" userId="684917c9-6abc-4a73-8a06-f5e465c0fcde" providerId="ADAL" clId="{F3DCDE7E-3E7A-46F4-B6A6-1CFD05149D43}" dt="2025-05-29T03:29:16.922" v="3773"/>
          <ac:cxnSpMkLst>
            <pc:docMk/>
            <pc:sldMk cId="2220500537" sldId="281"/>
            <ac:cxnSpMk id="3" creationId="{5D39E177-BF84-874F-D522-CFD07A013768}"/>
          </ac:cxnSpMkLst>
        </pc:cxnChg>
        <pc:cxnChg chg="del">
          <ac:chgData name="Thampi, Rohan" userId="684917c9-6abc-4a73-8a06-f5e465c0fcde" providerId="ADAL" clId="{F3DCDE7E-3E7A-46F4-B6A6-1CFD05149D43}" dt="2025-05-29T03:29:16.560" v="3772" actId="478"/>
          <ac:cxnSpMkLst>
            <pc:docMk/>
            <pc:sldMk cId="2220500537" sldId="281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18:55:26.804" v="6094" actId="20577"/>
        <pc:sldMkLst>
          <pc:docMk/>
          <pc:sldMk cId="884030069" sldId="282"/>
        </pc:sldMkLst>
        <pc:spChg chg="mod">
          <ac:chgData name="Thampi, Rohan" userId="684917c9-6abc-4a73-8a06-f5e465c0fcde" providerId="ADAL" clId="{F3DCDE7E-3E7A-46F4-B6A6-1CFD05149D43}" dt="2025-05-29T03:21:47.395" v="3606" actId="1076"/>
          <ac:spMkLst>
            <pc:docMk/>
            <pc:sldMk cId="884030069" sldId="28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03:12:53.799" v="3480" actId="1076"/>
          <ac:spMkLst>
            <pc:docMk/>
            <pc:sldMk cId="884030069" sldId="282"/>
            <ac:spMk id="5" creationId="{C32B0F83-5CE3-F325-BE4C-721C346BECA6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6" creationId="{8FF2BE05-125F-A16A-7075-B7C3048135EB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11" creationId="{0F396A2C-A7BC-EDAF-8287-470504C7D770}"/>
          </ac:spMkLst>
        </pc:spChg>
        <pc:spChg chg="mod">
          <ac:chgData name="Thampi, Rohan" userId="684917c9-6abc-4a73-8a06-f5e465c0fcde" providerId="ADAL" clId="{F3DCDE7E-3E7A-46F4-B6A6-1CFD05149D43}" dt="2025-05-29T18:55:26.804" v="6094" actId="20577"/>
          <ac:spMkLst>
            <pc:docMk/>
            <pc:sldMk cId="884030069" sldId="282"/>
            <ac:spMk id="15" creationId="{A289C7CA-A021-0A01-C0CF-E473CD260B94}"/>
          </ac:spMkLst>
        </pc:spChg>
        <pc:picChg chg="mod">
          <ac:chgData name="Thampi, Rohan" userId="684917c9-6abc-4a73-8a06-f5e465c0fcde" providerId="ADAL" clId="{F3DCDE7E-3E7A-46F4-B6A6-1CFD05149D43}" dt="2025-05-29T03:30:44.927" v="3798" actId="1076"/>
          <ac:picMkLst>
            <pc:docMk/>
            <pc:sldMk cId="884030069" sldId="282"/>
            <ac:picMk id="4098" creationId="{66F88D55-6734-004A-C447-1AB1B5CCD05A}"/>
          </ac:picMkLst>
        </pc:picChg>
        <pc:picChg chg="del">
          <ac:chgData name="Thampi, Rohan" userId="684917c9-6abc-4a73-8a06-f5e465c0fcde" providerId="ADAL" clId="{F3DCDE7E-3E7A-46F4-B6A6-1CFD05149D43}" dt="2025-05-29T02:24:08.827" v="3320" actId="478"/>
          <ac:picMkLst>
            <pc:docMk/>
            <pc:sldMk cId="884030069" sldId="282"/>
            <ac:picMk id="4100" creationId="{50753DB3-F952-65B6-97B5-5FA0D164B344}"/>
          </ac:picMkLst>
        </pc:picChg>
        <pc:cxnChg chg="add del mod">
          <ac:chgData name="Thampi, Rohan" userId="684917c9-6abc-4a73-8a06-f5e465c0fcde" providerId="ADAL" clId="{F3DCDE7E-3E7A-46F4-B6A6-1CFD05149D43}" dt="2025-05-29T03:28:24.788" v="3739" actId="478"/>
          <ac:cxnSpMkLst>
            <pc:docMk/>
            <pc:sldMk cId="884030069" sldId="282"/>
            <ac:cxnSpMk id="2" creationId="{96E0120A-C337-FB90-1FB6-70D64FB45B1F}"/>
          </ac:cxnSpMkLst>
        </pc:cxnChg>
        <pc:cxnChg chg="add mod">
          <ac:chgData name="Thampi, Rohan" userId="684917c9-6abc-4a73-8a06-f5e465c0fcde" providerId="ADAL" clId="{F3DCDE7E-3E7A-46F4-B6A6-1CFD05149D43}" dt="2025-05-29T03:28:25.126" v="3740"/>
          <ac:cxnSpMkLst>
            <pc:docMk/>
            <pc:sldMk cId="884030069" sldId="282"/>
            <ac:cxnSpMk id="3" creationId="{91CF2A94-1E3B-F46E-4EC4-71A7EC6A8620}"/>
          </ac:cxnSpMkLst>
        </pc:cxnChg>
        <pc:cxnChg chg="del mod">
          <ac:chgData name="Thampi, Rohan" userId="684917c9-6abc-4a73-8a06-f5e465c0fcde" providerId="ADAL" clId="{F3DCDE7E-3E7A-46F4-B6A6-1CFD05149D43}" dt="2025-05-29T03:22:09.277" v="3610" actId="478"/>
          <ac:cxnSpMkLst>
            <pc:docMk/>
            <pc:sldMk cId="884030069" sldId="282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41.444" v="4419" actId="20577"/>
        <pc:sldMkLst>
          <pc:docMk/>
          <pc:sldMk cId="68686879" sldId="283"/>
        </pc:sldMkLst>
        <pc:spChg chg="add mod">
          <ac:chgData name="Thampi, Rohan" userId="684917c9-6abc-4a73-8a06-f5e465c0fcde" providerId="ADAL" clId="{F3DCDE7E-3E7A-46F4-B6A6-1CFD05149D43}" dt="2025-05-29T03:20:42.463" v="3576"/>
          <ac:spMkLst>
            <pc:docMk/>
            <pc:sldMk cId="68686879" sldId="283"/>
            <ac:spMk id="2" creationId="{4B030C35-0941-C19A-D9B9-294EB6FC5E91}"/>
          </ac:spMkLst>
        </pc:spChg>
        <pc:spChg chg="add del">
          <ac:chgData name="Thampi, Rohan" userId="684917c9-6abc-4a73-8a06-f5e465c0fcde" providerId="ADAL" clId="{F3DCDE7E-3E7A-46F4-B6A6-1CFD05149D43}" dt="2025-05-29T03:13:26.821" v="3483" actId="22"/>
          <ac:spMkLst>
            <pc:docMk/>
            <pc:sldMk cId="68686879" sldId="283"/>
            <ac:spMk id="3" creationId="{4595BE7E-F16A-3C46-70C5-EFDE3F1242FF}"/>
          </ac:spMkLst>
        </pc:spChg>
        <pc:spChg chg="mod">
          <ac:chgData name="Thampi, Rohan" userId="684917c9-6abc-4a73-8a06-f5e465c0fcde" providerId="ADAL" clId="{F3DCDE7E-3E7A-46F4-B6A6-1CFD05149D43}" dt="2025-05-29T03:21:09.282" v="3602" actId="20577"/>
          <ac:spMkLst>
            <pc:docMk/>
            <pc:sldMk cId="68686879" sldId="283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3:13:31.514" v="3486" actId="22"/>
          <ac:spMkLst>
            <pc:docMk/>
            <pc:sldMk cId="68686879" sldId="283"/>
            <ac:spMk id="7" creationId="{3C977CF0-8B09-D81E-E294-3BC07B0CCA89}"/>
          </ac:spMkLst>
        </pc:spChg>
        <pc:spChg chg="del">
          <ac:chgData name="Thampi, Rohan" userId="684917c9-6abc-4a73-8a06-f5e465c0fcde" providerId="ADAL" clId="{F3DCDE7E-3E7A-46F4-B6A6-1CFD05149D43}" dt="2025-05-29T03:20:41.875" v="3575" actId="478"/>
          <ac:spMkLst>
            <pc:docMk/>
            <pc:sldMk cId="68686879" sldId="283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3:28" v="3484" actId="478"/>
          <ac:picMkLst>
            <pc:docMk/>
            <pc:sldMk cId="68686879" sldId="283"/>
            <ac:picMk id="4102" creationId="{4437006A-6962-7CAA-27DA-E64A26A3D00B}"/>
          </ac:picMkLst>
        </pc:picChg>
        <pc:picChg chg="add del mod">
          <ac:chgData name="Thampi, Rohan" userId="684917c9-6abc-4a73-8a06-f5e465c0fcde" providerId="ADAL" clId="{F3DCDE7E-3E7A-46F4-B6A6-1CFD05149D43}" dt="2025-05-29T03:18:10.280" v="3549" actId="478"/>
          <ac:picMkLst>
            <pc:docMk/>
            <pc:sldMk cId="68686879" sldId="283"/>
            <ac:picMk id="5122" creationId="{4B1AAB61-A13B-5264-2B26-EBD04E3847F7}"/>
          </ac:picMkLst>
        </pc:picChg>
        <pc:picChg chg="add del mod">
          <ac:chgData name="Thampi, Rohan" userId="684917c9-6abc-4a73-8a06-f5e465c0fcde" providerId="ADAL" clId="{F3DCDE7E-3E7A-46F4-B6A6-1CFD05149D43}" dt="2025-05-29T03:17:53.057" v="3546" actId="478"/>
          <ac:picMkLst>
            <pc:docMk/>
            <pc:sldMk cId="68686879" sldId="283"/>
            <ac:picMk id="5124" creationId="{7F00558B-D127-E941-3B10-D312A3DF8283}"/>
          </ac:picMkLst>
        </pc:picChg>
        <pc:picChg chg="add del mod">
          <ac:chgData name="Thampi, Rohan" userId="684917c9-6abc-4a73-8a06-f5e465c0fcde" providerId="ADAL" clId="{F3DCDE7E-3E7A-46F4-B6A6-1CFD05149D43}" dt="2025-05-29T03:17:51.685" v="3545" actId="478"/>
          <ac:picMkLst>
            <pc:docMk/>
            <pc:sldMk cId="68686879" sldId="283"/>
            <ac:picMk id="5126" creationId="{AE44148F-33DF-FB77-7EF0-FFB35185FF3A}"/>
          </ac:picMkLst>
        </pc:picChg>
        <pc:picChg chg="add del mod">
          <ac:chgData name="Thampi, Rohan" userId="684917c9-6abc-4a73-8a06-f5e465c0fcde" providerId="ADAL" clId="{F3DCDE7E-3E7A-46F4-B6A6-1CFD05149D43}" dt="2025-05-29T03:17:49.864" v="3544" actId="478"/>
          <ac:picMkLst>
            <pc:docMk/>
            <pc:sldMk cId="68686879" sldId="283"/>
            <ac:picMk id="5128" creationId="{34D5A897-2191-B913-7B1E-6FF3C349E779}"/>
          </ac:picMkLst>
        </pc:picChg>
        <pc:picChg chg="add del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0" creationId="{54017D1A-A3AC-7890-4C10-FFBF1AC4BA70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2" creationId="{9DDC097F-8CA2-A4BB-0434-E24C10D1F913}"/>
          </ac:picMkLst>
        </pc:picChg>
        <pc:picChg chg="add del mod">
          <ac:chgData name="Thampi, Rohan" userId="684917c9-6abc-4a73-8a06-f5e465c0fcde" providerId="ADAL" clId="{F3DCDE7E-3E7A-46F4-B6A6-1CFD05149D43}" dt="2025-05-29T03:14:36.527" v="3502" actId="478"/>
          <ac:picMkLst>
            <pc:docMk/>
            <pc:sldMk cId="68686879" sldId="283"/>
            <ac:picMk id="5134" creationId="{3DF52934-CCE8-BA99-7747-A3E6902B7FAD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9.768" v="3744"/>
          <ac:cxnSpMkLst>
            <pc:docMk/>
            <pc:sldMk cId="68686879" sldId="283"/>
            <ac:cxnSpMk id="3" creationId="{E524BA56-B91D-13A4-3BF5-C9E6EB679234}"/>
          </ac:cxnSpMkLst>
        </pc:cxnChg>
        <pc:cxnChg chg="del">
          <ac:chgData name="Thampi, Rohan" userId="684917c9-6abc-4a73-8a06-f5e465c0fcde" providerId="ADAL" clId="{F3DCDE7E-3E7A-46F4-B6A6-1CFD05149D43}" dt="2025-05-29T03:28:39.355" v="3743" actId="478"/>
          <ac:cxnSpMkLst>
            <pc:docMk/>
            <pc:sldMk cId="68686879" sldId="283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14.322" v="4427" actId="20577"/>
        <pc:sldMkLst>
          <pc:docMk/>
          <pc:sldMk cId="210761658" sldId="284"/>
        </pc:sldMkLst>
        <pc:spChg chg="add mod">
          <ac:chgData name="Thampi, Rohan" userId="684917c9-6abc-4a73-8a06-f5e465c0fcde" providerId="ADAL" clId="{F3DCDE7E-3E7A-46F4-B6A6-1CFD05149D43}" dt="2025-05-29T03:21:17.976" v="3604"/>
          <ac:spMkLst>
            <pc:docMk/>
            <pc:sldMk cId="210761658" sldId="284"/>
            <ac:spMk id="2" creationId="{76782224-9DC5-6235-F221-9173B09410ED}"/>
          </ac:spMkLst>
        </pc:spChg>
        <pc:spChg chg="del">
          <ac:chgData name="Thampi, Rohan" userId="684917c9-6abc-4a73-8a06-f5e465c0fcde" providerId="ADAL" clId="{F3DCDE7E-3E7A-46F4-B6A6-1CFD05149D43}" dt="2025-05-29T03:21:17.588" v="3603" actId="478"/>
          <ac:spMkLst>
            <pc:docMk/>
            <pc:sldMk cId="210761658" sldId="284"/>
            <ac:spMk id="6" creationId="{8FF2BE05-125F-A16A-7075-B7C3048135EB}"/>
          </ac:spMkLst>
        </pc:spChg>
        <pc:spChg chg="mod">
          <ac:chgData name="Thampi, Rohan" userId="684917c9-6abc-4a73-8a06-f5e465c0fcde" providerId="ADAL" clId="{F3DCDE7E-3E7A-46F4-B6A6-1CFD05149D43}" dt="2025-05-29T03:20:21.885" v="3574" actId="14100"/>
          <ac:spMkLst>
            <pc:docMk/>
            <pc:sldMk cId="210761658" sldId="284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5:32.761" v="3524" actId="478"/>
          <ac:picMkLst>
            <pc:docMk/>
            <pc:sldMk cId="210761658" sldId="284"/>
            <ac:picMk id="5122" creationId="{4B1AAB61-A13B-5264-2B26-EBD04E3847F7}"/>
          </ac:picMkLst>
        </pc:picChg>
        <pc:picChg chg="mod">
          <ac:chgData name="Thampi, Rohan" userId="684917c9-6abc-4a73-8a06-f5e465c0fcde" providerId="ADAL" clId="{F3DCDE7E-3E7A-46F4-B6A6-1CFD05149D43}" dt="2025-05-29T03:16:21.474" v="3534" actId="14100"/>
          <ac:picMkLst>
            <pc:docMk/>
            <pc:sldMk cId="210761658" sldId="284"/>
            <ac:picMk id="5124" creationId="{7F00558B-D127-E941-3B10-D312A3DF8283}"/>
          </ac:picMkLst>
        </pc:picChg>
        <pc:picChg chg="mod">
          <ac:chgData name="Thampi, Rohan" userId="684917c9-6abc-4a73-8a06-f5e465c0fcde" providerId="ADAL" clId="{F3DCDE7E-3E7A-46F4-B6A6-1CFD05149D43}" dt="2025-05-29T03:16:52.707" v="3542" actId="1037"/>
          <ac:picMkLst>
            <pc:docMk/>
            <pc:sldMk cId="210761658" sldId="284"/>
            <ac:picMk id="5126" creationId="{AE44148F-33DF-FB77-7EF0-FFB35185FF3A}"/>
          </ac:picMkLst>
        </pc:picChg>
        <pc:picChg chg="mod">
          <ac:chgData name="Thampi, Rohan" userId="684917c9-6abc-4a73-8a06-f5e465c0fcde" providerId="ADAL" clId="{F3DCDE7E-3E7A-46F4-B6A6-1CFD05149D43}" dt="2025-05-29T03:17:29.470" v="3543" actId="1076"/>
          <ac:picMkLst>
            <pc:docMk/>
            <pc:sldMk cId="210761658" sldId="284"/>
            <ac:picMk id="5128" creationId="{34D5A897-2191-B913-7B1E-6FF3C349E779}"/>
          </ac:picMkLst>
        </pc:picChg>
        <pc:picChg chg="del">
          <ac:chgData name="Thampi, Rohan" userId="684917c9-6abc-4a73-8a06-f5e465c0fcde" providerId="ADAL" clId="{F3DCDE7E-3E7A-46F4-B6A6-1CFD05149D43}" dt="2025-05-29T03:15:05.558" v="3512" actId="478"/>
          <ac:picMkLst>
            <pc:docMk/>
            <pc:sldMk cId="210761658" sldId="284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15:04.529" v="3511" actId="478"/>
          <ac:picMkLst>
            <pc:docMk/>
            <pc:sldMk cId="210761658" sldId="284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15:07.046" v="3513" actId="478"/>
          <ac:picMkLst>
            <pc:docMk/>
            <pc:sldMk cId="210761658" sldId="284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4.243" v="3742"/>
          <ac:cxnSpMkLst>
            <pc:docMk/>
            <pc:sldMk cId="210761658" sldId="284"/>
            <ac:cxnSpMk id="3" creationId="{4882E0BC-6097-F6D6-5CD8-FBF424DE8B03}"/>
          </ac:cxnSpMkLst>
        </pc:cxnChg>
        <pc:cxnChg chg="del">
          <ac:chgData name="Thampi, Rohan" userId="684917c9-6abc-4a73-8a06-f5e465c0fcde" providerId="ADAL" clId="{F3DCDE7E-3E7A-46F4-B6A6-1CFD05149D43}" dt="2025-05-29T03:28:33.814" v="3741" actId="478"/>
          <ac:cxnSpMkLst>
            <pc:docMk/>
            <pc:sldMk cId="210761658" sldId="284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37.920" v="4418" actId="20577"/>
        <pc:sldMkLst>
          <pc:docMk/>
          <pc:sldMk cId="1446698052" sldId="285"/>
        </pc:sldMkLst>
        <pc:spChg chg="mod">
          <ac:chgData name="Thampi, Rohan" userId="684917c9-6abc-4a73-8a06-f5e465c0fcde" providerId="ADAL" clId="{F3DCDE7E-3E7A-46F4-B6A6-1CFD05149D43}" dt="2025-05-29T03:30:24.272" v="3795" actId="948"/>
          <ac:spMkLst>
            <pc:docMk/>
            <pc:sldMk cId="1446698052" sldId="285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2:41.271" v="3640" actId="20577"/>
          <ac:spMkLst>
            <pc:docMk/>
            <pc:sldMk cId="1446698052" sldId="285"/>
            <ac:spMk id="6" creationId="{8FF2BE05-125F-A16A-7075-B7C3048135EB}"/>
          </ac:spMkLst>
        </pc:spChg>
        <pc:picChg chg="add mod">
          <ac:chgData name="Thampi, Rohan" userId="684917c9-6abc-4a73-8a06-f5e465c0fcde" providerId="ADAL" clId="{F3DCDE7E-3E7A-46F4-B6A6-1CFD05149D43}" dt="2025-05-29T03:23:39.964" v="3652" actId="1076"/>
          <ac:picMkLst>
            <pc:docMk/>
            <pc:sldMk cId="1446698052" sldId="285"/>
            <ac:picMk id="1026" creationId="{16AD0B27-E5BD-C7CA-723B-81010CB54E54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2:45.290" v="3641"/>
          <ac:cxnSpMkLst>
            <pc:docMk/>
            <pc:sldMk cId="1446698052" sldId="285"/>
            <ac:cxnSpMk id="3" creationId="{56FD64BA-748B-8A32-50E9-F4756BD60D5F}"/>
          </ac:cxnSpMkLst>
        </pc:cxnChg>
        <pc:cxnChg chg="add mod">
          <ac:chgData name="Thampi, Rohan" userId="684917c9-6abc-4a73-8a06-f5e465c0fcde" providerId="ADAL" clId="{F3DCDE7E-3E7A-46F4-B6A6-1CFD05149D43}" dt="2025-05-29T03:22:51.532" v="3643"/>
          <ac:cxnSpMkLst>
            <pc:docMk/>
            <pc:sldMk cId="1446698052" sldId="285"/>
            <ac:cxnSpMk id="5" creationId="{C7406A64-ED12-4F8D-F024-9EF3D4407F8B}"/>
          </ac:cxnSpMkLst>
        </pc:cxnChg>
        <pc:cxnChg chg="add mod">
          <ac:chgData name="Thampi, Rohan" userId="684917c9-6abc-4a73-8a06-f5e465c0fcde" providerId="ADAL" clId="{F3DCDE7E-3E7A-46F4-B6A6-1CFD05149D43}" dt="2025-05-29T03:28:44.412" v="3746"/>
          <ac:cxnSpMkLst>
            <pc:docMk/>
            <pc:sldMk cId="1446698052" sldId="285"/>
            <ac:cxnSpMk id="7" creationId="{021D6D85-7710-A6D3-F8E5-897A10E1809D}"/>
          </ac:cxnSpMkLst>
        </pc:cxnChg>
        <pc:cxnChg chg="del">
          <ac:chgData name="Thampi, Rohan" userId="684917c9-6abc-4a73-8a06-f5e465c0fcde" providerId="ADAL" clId="{F3DCDE7E-3E7A-46F4-B6A6-1CFD05149D43}" dt="2025-05-29T03:28:43.725" v="3745" actId="478"/>
          <ac:cxnSpMkLst>
            <pc:docMk/>
            <pc:sldMk cId="1446698052" sldId="285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8:46.662" v="4420" actId="20577"/>
        <pc:sldMkLst>
          <pc:docMk/>
          <pc:sldMk cId="3508582892" sldId="286"/>
        </pc:sldMkLst>
        <pc:spChg chg="del mod">
          <ac:chgData name="Thampi, Rohan" userId="684917c9-6abc-4a73-8a06-f5e465c0fcde" providerId="ADAL" clId="{F3DCDE7E-3E7A-46F4-B6A6-1CFD05149D43}" dt="2025-05-29T03:26:48.158" v="3718" actId="478"/>
          <ac:spMkLst>
            <pc:docMk/>
            <pc:sldMk cId="3508582892" sldId="286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6:22.585" v="3715" actId="1076"/>
          <ac:spMkLst>
            <pc:docMk/>
            <pc:sldMk cId="3508582892" sldId="286"/>
            <ac:spMk id="6" creationId="{8FF2BE05-125F-A16A-7075-B7C3048135EB}"/>
          </ac:spMkLst>
        </pc:spChg>
        <pc:spChg chg="add mod">
          <ac:chgData name="Thampi, Rohan" userId="684917c9-6abc-4a73-8a06-f5e465c0fcde" providerId="ADAL" clId="{F3DCDE7E-3E7A-46F4-B6A6-1CFD05149D43}" dt="2025-05-29T03:33:21.469" v="3845" actId="20577"/>
          <ac:spMkLst>
            <pc:docMk/>
            <pc:sldMk cId="3508582892" sldId="286"/>
            <ac:spMk id="9" creationId="{87FBB2FE-1735-E47C-83A1-17A3B0047BE8}"/>
          </ac:spMkLst>
        </pc:spChg>
        <pc:picChg chg="add">
          <ac:chgData name="Thampi, Rohan" userId="684917c9-6abc-4a73-8a06-f5e465c0fcde" providerId="ADAL" clId="{F3DCDE7E-3E7A-46F4-B6A6-1CFD05149D43}" dt="2025-05-29T03:25:18.688" v="3658"/>
          <ac:picMkLst>
            <pc:docMk/>
            <pc:sldMk cId="3508582892" sldId="286"/>
            <ac:picMk id="2050" creationId="{EE98B05D-435B-8939-EBAB-9EF3861BB7F2}"/>
          </ac:picMkLst>
        </pc:picChg>
        <pc:picChg chg="add mod">
          <ac:chgData name="Thampi, Rohan" userId="684917c9-6abc-4a73-8a06-f5e465c0fcde" providerId="ADAL" clId="{F3DCDE7E-3E7A-46F4-B6A6-1CFD05149D43}" dt="2025-05-29T03:32:19.050" v="3799" actId="1076"/>
          <ac:picMkLst>
            <pc:docMk/>
            <pc:sldMk cId="3508582892" sldId="286"/>
            <ac:picMk id="2052" creationId="{C568F443-65CC-8374-BC39-D9E3B5B5534F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6" creationId="{1BFA9327-4A3D-C8BD-A917-CA4C95543C89}"/>
          </ac:picMkLst>
        </pc:picChg>
        <pc:cxnChg chg="mod">
          <ac:chgData name="Thampi, Rohan" userId="684917c9-6abc-4a73-8a06-f5e465c0fcde" providerId="ADAL" clId="{F3DCDE7E-3E7A-46F4-B6A6-1CFD05149D43}" dt="2025-05-29T03:27:49.297" v="3730" actId="14100"/>
          <ac:cxnSpMkLst>
            <pc:docMk/>
            <pc:sldMk cId="3508582892" sldId="286"/>
            <ac:cxnSpMk id="8" creationId="{BC9E2731-9D9A-E939-13BA-1AB9D26C90E9}"/>
          </ac:cxnSpMkLst>
        </pc:cxnChg>
      </pc:sldChg>
      <pc:sldChg chg="addSp modSp add mod modAnim modNotesTx">
        <pc:chgData name="Thampi, Rohan" userId="684917c9-6abc-4a73-8a06-f5e465c0fcde" providerId="ADAL" clId="{F3DCDE7E-3E7A-46F4-B6A6-1CFD05149D43}" dt="2025-05-29T05:10:30.365" v="5622" actId="404"/>
        <pc:sldMkLst>
          <pc:docMk/>
          <pc:sldMk cId="1546865958" sldId="287"/>
        </pc:sldMkLst>
        <pc:spChg chg="mod">
          <ac:chgData name="Thampi, Rohan" userId="684917c9-6abc-4a73-8a06-f5e465c0fcde" providerId="ADAL" clId="{F3DCDE7E-3E7A-46F4-B6A6-1CFD05149D43}" dt="2025-05-29T05:10:30.365" v="5622" actId="404"/>
          <ac:spMkLst>
            <pc:docMk/>
            <pc:sldMk cId="1546865958" sldId="287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4:22:49.525" v="4811" actId="1076"/>
          <ac:spMkLst>
            <pc:docMk/>
            <pc:sldMk cId="1546865958" sldId="287"/>
            <ac:spMk id="8" creationId="{BB0BE4C5-6927-65B9-6640-FB59D4D6026C}"/>
          </ac:spMkLst>
        </pc:spChg>
        <pc:spChg chg="add mod">
          <ac:chgData name="Thampi, Rohan" userId="684917c9-6abc-4a73-8a06-f5e465c0fcde" providerId="ADAL" clId="{F3DCDE7E-3E7A-46F4-B6A6-1CFD05149D43}" dt="2025-05-29T04:22:58.112" v="4813" actId="1076"/>
          <ac:spMkLst>
            <pc:docMk/>
            <pc:sldMk cId="1546865958" sldId="287"/>
            <ac:spMk id="9" creationId="{AA40AE3E-9A35-1F09-432B-D5ECF0C7D684}"/>
          </ac:spMkLst>
        </pc:spChg>
        <pc:picChg chg="add mod">
          <ac:chgData name="Thampi, Rohan" userId="684917c9-6abc-4a73-8a06-f5e465c0fcde" providerId="ADAL" clId="{F3DCDE7E-3E7A-46F4-B6A6-1CFD05149D43}" dt="2025-05-29T04:22:09.091" v="4801" actId="1076"/>
          <ac:picMkLst>
            <pc:docMk/>
            <pc:sldMk cId="1546865958" sldId="287"/>
            <ac:picMk id="6" creationId="{C4794651-0C97-6D10-89A9-AEB251B4345F}"/>
          </ac:picMkLst>
        </pc:picChg>
        <pc:picChg chg="add mod">
          <ac:chgData name="Thampi, Rohan" userId="684917c9-6abc-4a73-8a06-f5e465c0fcde" providerId="ADAL" clId="{F3DCDE7E-3E7A-46F4-B6A6-1CFD05149D43}" dt="2025-05-29T04:22:38.591" v="4810" actId="1076"/>
          <ac:picMkLst>
            <pc:docMk/>
            <pc:sldMk cId="1546865958" sldId="287"/>
            <ac:picMk id="11" creationId="{C34AD951-24C3-1099-465D-361550DF8E1D}"/>
          </ac:picMkLst>
        </pc:picChg>
        <pc:picChg chg="add mod">
          <ac:chgData name="Thampi, Rohan" userId="684917c9-6abc-4a73-8a06-f5e465c0fcde" providerId="ADAL" clId="{F3DCDE7E-3E7A-46F4-B6A6-1CFD05149D43}" dt="2025-05-29T05:05:22.029" v="5525" actId="1076"/>
          <ac:picMkLst>
            <pc:docMk/>
            <pc:sldMk cId="1546865958" sldId="287"/>
            <ac:picMk id="12" creationId="{5BC73EF4-45FD-03A3-C995-2D5FB47C2CE2}"/>
          </ac:picMkLst>
        </pc:picChg>
        <pc:picChg chg="add mod">
          <ac:chgData name="Thampi, Rohan" userId="684917c9-6abc-4a73-8a06-f5e465c0fcde" providerId="ADAL" clId="{F3DCDE7E-3E7A-46F4-B6A6-1CFD05149D43}" dt="2025-05-29T04:22:54.304" v="4812" actId="1076"/>
          <ac:picMkLst>
            <pc:docMk/>
            <pc:sldMk cId="1546865958" sldId="287"/>
            <ac:picMk id="3074" creationId="{0BA4336B-2C78-0BA2-B710-B257D1AC269D}"/>
          </ac:picMkLst>
        </pc:picChg>
      </pc:sldChg>
      <pc:sldChg chg="addSp delSp modSp add mod">
        <pc:chgData name="Thampi, Rohan" userId="684917c9-6abc-4a73-8a06-f5e465c0fcde" providerId="ADAL" clId="{F3DCDE7E-3E7A-46F4-B6A6-1CFD05149D43}" dt="2025-05-29T05:05:05.029" v="5522" actId="1076"/>
        <pc:sldMkLst>
          <pc:docMk/>
          <pc:sldMk cId="3375634776" sldId="288"/>
        </pc:sldMkLst>
        <pc:spChg chg="mod">
          <ac:chgData name="Thampi, Rohan" userId="684917c9-6abc-4a73-8a06-f5e465c0fcde" providerId="ADAL" clId="{F3DCDE7E-3E7A-46F4-B6A6-1CFD05149D43}" dt="2025-05-29T04:16:10.710" v="4729" actId="1076"/>
          <ac:spMkLst>
            <pc:docMk/>
            <pc:sldMk cId="3375634776" sldId="28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14:52.144" v="4672" actId="20577"/>
          <ac:spMkLst>
            <pc:docMk/>
            <pc:sldMk cId="3375634776" sldId="288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9T04:15:25.461" v="4716" actId="478"/>
          <ac:spMkLst>
            <pc:docMk/>
            <pc:sldMk cId="3375634776" sldId="288"/>
            <ac:spMk id="8" creationId="{BB0BE4C5-6927-65B9-6640-FB59D4D6026C}"/>
          </ac:spMkLst>
        </pc:spChg>
        <pc:spChg chg="del">
          <ac:chgData name="Thampi, Rohan" userId="684917c9-6abc-4a73-8a06-f5e465c0fcde" providerId="ADAL" clId="{F3DCDE7E-3E7A-46F4-B6A6-1CFD05149D43}" dt="2025-05-29T04:15:23.314" v="4715" actId="478"/>
          <ac:spMkLst>
            <pc:docMk/>
            <pc:sldMk cId="3375634776" sldId="288"/>
            <ac:spMk id="9" creationId="{AA40AE3E-9A35-1F09-432B-D5ECF0C7D684}"/>
          </ac:spMkLst>
        </pc:spChg>
        <pc:spChg chg="del mod topLvl">
          <ac:chgData name="Thampi, Rohan" userId="684917c9-6abc-4a73-8a06-f5e465c0fcde" providerId="ADAL" clId="{F3DCDE7E-3E7A-46F4-B6A6-1CFD05149D43}" dt="2025-05-29T05:04:45.344" v="5519" actId="478"/>
          <ac:spMkLst>
            <pc:docMk/>
            <pc:sldMk cId="3375634776" sldId="288"/>
            <ac:spMk id="13" creationId="{62E66C61-05E6-D0FB-D46E-EBE5E06FD269}"/>
          </ac:spMkLst>
        </pc:spChg>
        <pc:grpChg chg="add del mod">
          <ac:chgData name="Thampi, Rohan" userId="684917c9-6abc-4a73-8a06-f5e465c0fcde" providerId="ADAL" clId="{F3DCDE7E-3E7A-46F4-B6A6-1CFD05149D43}" dt="2025-05-29T05:04:42.177" v="5518" actId="478"/>
          <ac:grpSpMkLst>
            <pc:docMk/>
            <pc:sldMk cId="3375634776" sldId="288"/>
            <ac:grpSpMk id="5" creationId="{12B3192F-DC3E-903D-7F30-9072D84A1A4B}"/>
          </ac:grpSpMkLst>
        </pc:grpChg>
        <pc:grpChg chg="del mod">
          <ac:chgData name="Thampi, Rohan" userId="684917c9-6abc-4a73-8a06-f5e465c0fcde" providerId="ADAL" clId="{F3DCDE7E-3E7A-46F4-B6A6-1CFD05149D43}" dt="2025-05-29T05:04:45.344" v="5519" actId="478"/>
          <ac:grpSpMkLst>
            <pc:docMk/>
            <pc:sldMk cId="3375634776" sldId="288"/>
            <ac:grpSpMk id="7" creationId="{426B3AD1-4FFD-DE79-34D2-C6DCC59DE253}"/>
          </ac:grpSpMkLst>
        </pc:grpChg>
        <pc:picChg chg="del">
          <ac:chgData name="Thampi, Rohan" userId="684917c9-6abc-4a73-8a06-f5e465c0fcde" providerId="ADAL" clId="{F3DCDE7E-3E7A-46F4-B6A6-1CFD05149D43}" dt="2025-05-29T04:15:25.461" v="4716" actId="478"/>
          <ac:picMkLst>
            <pc:docMk/>
            <pc:sldMk cId="3375634776" sldId="288"/>
            <ac:picMk id="6" creationId="{C4794651-0C97-6D10-89A9-AEB251B4345F}"/>
          </ac:picMkLst>
        </pc:picChg>
        <pc:picChg chg="del mod">
          <ac:chgData name="Thampi, Rohan" userId="684917c9-6abc-4a73-8a06-f5e465c0fcde" providerId="ADAL" clId="{F3DCDE7E-3E7A-46F4-B6A6-1CFD05149D43}" dt="2025-05-29T05:04:42.177" v="5518" actId="478"/>
          <ac:picMkLst>
            <pc:docMk/>
            <pc:sldMk cId="3375634776" sldId="288"/>
            <ac:picMk id="10" creationId="{35AB3036-0274-C634-8448-1BDA6A8A6A7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11" creationId="{C34AD951-24C3-1099-465D-361550DF8E1D}"/>
          </ac:picMkLst>
        </pc:picChg>
        <pc:picChg chg="mod topLvl">
          <ac:chgData name="Thampi, Rohan" userId="684917c9-6abc-4a73-8a06-f5e465c0fcde" providerId="ADAL" clId="{F3DCDE7E-3E7A-46F4-B6A6-1CFD05149D43}" dt="2025-05-29T05:05:05.029" v="5522" actId="1076"/>
          <ac:picMkLst>
            <pc:docMk/>
            <pc:sldMk cId="3375634776" sldId="288"/>
            <ac:picMk id="12" creationId="{7115A0BD-BB6C-B7DE-AC37-8661995CEDF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3074" creationId="{0BA4336B-2C78-0BA2-B710-B257D1AC269D}"/>
          </ac:picMkLst>
        </pc:picChg>
        <pc:picChg chg="add mod">
          <ac:chgData name="Thampi, Rohan" userId="684917c9-6abc-4a73-8a06-f5e465c0fcde" providerId="ADAL" clId="{F3DCDE7E-3E7A-46F4-B6A6-1CFD05149D43}" dt="2025-05-29T04:15:47.430" v="4724" actId="1076"/>
          <ac:picMkLst>
            <pc:docMk/>
            <pc:sldMk cId="3375634776" sldId="288"/>
            <ac:picMk id="15362" creationId="{792CCE0F-C647-D223-44EE-F5A9C7F2CA25}"/>
          </ac:picMkLst>
        </pc:picChg>
      </pc:sldChg>
      <pc:sldChg chg="addSp delSp modSp add mod modAnim">
        <pc:chgData name="Thampi, Rohan" userId="684917c9-6abc-4a73-8a06-f5e465c0fcde" providerId="ADAL" clId="{F3DCDE7E-3E7A-46F4-B6A6-1CFD05149D43}" dt="2025-05-29T05:06:47.119" v="5550" actId="1076"/>
        <pc:sldMkLst>
          <pc:docMk/>
          <pc:sldMk cId="4078706140" sldId="289"/>
        </pc:sldMkLst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6" creationId="{82C96BEC-96FD-BAC2-87C7-E6D9FE05F036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0" creationId="{E5B71B61-5326-7F12-4D18-B6EB08F4EDFA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1" creationId="{E0D0E822-7CF8-3921-9CD2-8210191C0DAB}"/>
          </ac:spMkLst>
        </pc:spChg>
        <pc:spChg chg="mod">
          <ac:chgData name="Thampi, Rohan" userId="684917c9-6abc-4a73-8a06-f5e465c0fcde" providerId="ADAL" clId="{F3DCDE7E-3E7A-46F4-B6A6-1CFD05149D43}" dt="2025-05-29T05:06:44.747" v="5548"/>
          <ac:spMkLst>
            <pc:docMk/>
            <pc:sldMk cId="4078706140" sldId="289"/>
            <ac:spMk id="14" creationId="{66253E18-5D3F-EB0B-FAEB-E8A4FBEFD2D3}"/>
          </ac:spMkLst>
        </pc:spChg>
        <pc:grpChg chg="add 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7" creationId="{1365DB4B-FF51-89C1-F78B-3121746722DA}"/>
          </ac:grpSpMkLst>
        </pc:grpChg>
        <pc:grpChg chg="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8" creationId="{52C3F220-23FC-5B27-046C-C7E45BC389C4}"/>
          </ac:grpSpMkLst>
        </pc:grpChg>
        <pc:picChg chg="add mod">
          <ac:chgData name="Thampi, Rohan" userId="684917c9-6abc-4a73-8a06-f5e465c0fcde" providerId="ADAL" clId="{F3DCDE7E-3E7A-46F4-B6A6-1CFD05149D43}" dt="2025-05-29T05:06:47.119" v="5550" actId="1076"/>
          <ac:picMkLst>
            <pc:docMk/>
            <pc:sldMk cId="4078706140" sldId="289"/>
            <ac:picMk id="5" creationId="{2156B9A9-3B99-D5A4-50CF-2CBAB781DD80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9" creationId="{21C59C4B-91C9-9CE3-3190-94E7200C9E17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2" creationId="{92B406BB-C8B2-C632-6EDC-BFBDC4C1149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5" creationId="{8A6EB640-F51C-0A6F-BB52-534C3152F471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6" creationId="{5F8C1E1F-D533-924F-D970-13797574B57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6146" creationId="{2917B197-91FF-F0F8-B846-FEF321C52EB7}"/>
          </ac:picMkLst>
        </pc:picChg>
      </pc:sldChg>
      <pc:sldChg chg="addSp delSp modSp add mod delAnim modAnim">
        <pc:chgData name="Thampi, Rohan" userId="684917c9-6abc-4a73-8a06-f5e465c0fcde" providerId="ADAL" clId="{F3DCDE7E-3E7A-46F4-B6A6-1CFD05149D43}" dt="2025-05-29T05:21:56.008" v="5730"/>
        <pc:sldMkLst>
          <pc:docMk/>
          <pc:sldMk cId="2915428213" sldId="290"/>
        </pc:sldMkLst>
        <pc:spChg chg="mod">
          <ac:chgData name="Thampi, Rohan" userId="684917c9-6abc-4a73-8a06-f5e465c0fcde" providerId="ADAL" clId="{F3DCDE7E-3E7A-46F4-B6A6-1CFD05149D43}" dt="2025-05-29T04:39:10.307" v="4972" actId="1076"/>
          <ac:spMkLst>
            <pc:docMk/>
            <pc:sldMk cId="2915428213" sldId="290"/>
            <ac:spMk id="6" creationId="{82C96BEC-96FD-BAC2-87C7-E6D9FE05F036}"/>
          </ac:spMkLst>
        </pc:spChg>
        <pc:spChg chg="mod">
          <ac:chgData name="Thampi, Rohan" userId="684917c9-6abc-4a73-8a06-f5e465c0fcde" providerId="ADAL" clId="{F3DCDE7E-3E7A-46F4-B6A6-1CFD05149D43}" dt="2025-05-29T05:06:31.595" v="5547" actId="1076"/>
          <ac:spMkLst>
            <pc:docMk/>
            <pc:sldMk cId="2915428213" sldId="290"/>
            <ac:spMk id="16" creationId="{727A84C5-3AD2-33C2-4C11-098DC36F0EE6}"/>
          </ac:spMkLst>
        </pc:spChg>
        <pc:spChg chg="del mod">
          <ac:chgData name="Thampi, Rohan" userId="684917c9-6abc-4a73-8a06-f5e465c0fcde" providerId="ADAL" clId="{F3DCDE7E-3E7A-46F4-B6A6-1CFD05149D43}" dt="2025-05-29T05:06:24.134" v="5545" actId="478"/>
          <ac:spMkLst>
            <pc:docMk/>
            <pc:sldMk cId="2915428213" sldId="290"/>
            <ac:spMk id="20" creationId="{E7CE9B60-5978-0177-10DB-1C2183F03B54}"/>
          </ac:spMkLst>
        </pc:spChg>
        <pc:grpChg chg="add 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2" creationId="{51320961-19F6-560E-9D88-73B9D7B534AF}"/>
          </ac:grpSpMkLst>
        </pc:grpChg>
        <pc:grpChg chg="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4" creationId="{C24AE9A1-2E5D-543D-C69A-42606C038AA8}"/>
          </ac:grpSpMkLst>
        </pc:grpChg>
        <pc:grpChg chg="del mod">
          <ac:chgData name="Thampi, Rohan" userId="684917c9-6abc-4a73-8a06-f5e465c0fcde" providerId="ADAL" clId="{F3DCDE7E-3E7A-46F4-B6A6-1CFD05149D43}" dt="2025-05-29T05:06:24.134" v="5545" actId="478"/>
          <ac:grpSpMkLst>
            <pc:docMk/>
            <pc:sldMk cId="2915428213" sldId="290"/>
            <ac:grpSpMk id="17" creationId="{DA215A73-72C6-8DEA-CFEB-65E26C431E63}"/>
          </ac:grpSpMkLst>
        </pc:grpChg>
        <pc:picChg chg="add mod">
          <ac:chgData name="Thampi, Rohan" userId="684917c9-6abc-4a73-8a06-f5e465c0fcde" providerId="ADAL" clId="{F3DCDE7E-3E7A-46F4-B6A6-1CFD05149D43}" dt="2025-05-29T04:38:33.194" v="4963" actId="1076"/>
          <ac:picMkLst>
            <pc:docMk/>
            <pc:sldMk cId="2915428213" sldId="290"/>
            <ac:picMk id="5" creationId="{DFC348B5-4892-55FD-8ED4-BAE25891ED7A}"/>
          </ac:picMkLst>
        </pc:picChg>
        <pc:picChg chg="add del">
          <ac:chgData name="Thampi, Rohan" userId="684917c9-6abc-4a73-8a06-f5e465c0fcde" providerId="ADAL" clId="{F3DCDE7E-3E7A-46F4-B6A6-1CFD05149D43}" dt="2025-05-29T04:38:43.532" v="4966" actId="22"/>
          <ac:picMkLst>
            <pc:docMk/>
            <pc:sldMk cId="2915428213" sldId="290"/>
            <ac:picMk id="8" creationId="{AE71F1EB-EB1D-7902-1EC9-361F3C39EA78}"/>
          </ac:picMkLst>
        </pc:picChg>
        <pc:picChg chg="del mod">
          <ac:chgData name="Thampi, Rohan" userId="684917c9-6abc-4a73-8a06-f5e465c0fcde" providerId="ADAL" clId="{F3DCDE7E-3E7A-46F4-B6A6-1CFD05149D43}" dt="2025-05-29T04:38:14.929" v="4956" actId="478"/>
          <ac:picMkLst>
            <pc:docMk/>
            <pc:sldMk cId="2915428213" sldId="290"/>
            <ac:picMk id="9" creationId="{21C59C4B-91C9-9CE3-3190-94E7200C9E17}"/>
          </ac:picMkLst>
        </pc:picChg>
        <pc:picChg chg="del">
          <ac:chgData name="Thampi, Rohan" userId="684917c9-6abc-4a73-8a06-f5e465c0fcde" providerId="ADAL" clId="{F3DCDE7E-3E7A-46F4-B6A6-1CFD05149D43}" dt="2025-05-29T04:38:21.554" v="4958" actId="478"/>
          <ac:picMkLst>
            <pc:docMk/>
            <pc:sldMk cId="2915428213" sldId="290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5" creationId="{FAA298D6-5A1F-D4A8-B214-3C37A5D4C8A2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8" creationId="{811E374E-4D38-FFEF-B0C9-4B6CDA7F554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9" creationId="{A89A64FA-4A85-018D-ADB5-C07A78A64FF8}"/>
          </ac:picMkLst>
        </pc:picChg>
        <pc:picChg chg="del">
          <ac:chgData name="Thampi, Rohan" userId="684917c9-6abc-4a73-8a06-f5e465c0fcde" providerId="ADAL" clId="{F3DCDE7E-3E7A-46F4-B6A6-1CFD05149D43}" dt="2025-05-29T04:38:42.032" v="4964" actId="478"/>
          <ac:picMkLst>
            <pc:docMk/>
            <pc:sldMk cId="2915428213" sldId="290"/>
            <ac:picMk id="6146" creationId="{2917B197-91FF-F0F8-B846-FEF321C52EB7}"/>
          </ac:picMkLst>
        </pc:picChg>
        <pc:picChg chg="add mod">
          <ac:chgData name="Thampi, Rohan" userId="684917c9-6abc-4a73-8a06-f5e465c0fcde" providerId="ADAL" clId="{F3DCDE7E-3E7A-46F4-B6A6-1CFD05149D43}" dt="2025-05-29T04:39:00.600" v="4970" actId="1076"/>
          <ac:picMkLst>
            <pc:docMk/>
            <pc:sldMk cId="2915428213" sldId="290"/>
            <ac:picMk id="16386" creationId="{2A4B73C4-51EF-D8D4-B600-A1AD27D4E012}"/>
          </ac:picMkLst>
        </pc:picChg>
      </pc:sldChg>
      <pc:sldChg chg="add del">
        <pc:chgData name="Thampi, Rohan" userId="684917c9-6abc-4a73-8a06-f5e465c0fcde" providerId="ADAL" clId="{F3DCDE7E-3E7A-46F4-B6A6-1CFD05149D43}" dt="2025-05-29T04:36:54.941" v="4927" actId="2890"/>
        <pc:sldMkLst>
          <pc:docMk/>
          <pc:sldMk cId="3843196736" sldId="290"/>
        </pc:sldMkLst>
      </pc:sldChg>
      <pc:sldChg chg="addSp delSp modSp add mod">
        <pc:chgData name="Thampi, Rohan" userId="684917c9-6abc-4a73-8a06-f5e465c0fcde" providerId="ADAL" clId="{F3DCDE7E-3E7A-46F4-B6A6-1CFD05149D43}" dt="2025-05-29T05:21:37.350" v="5728" actId="1037"/>
        <pc:sldMkLst>
          <pc:docMk/>
          <pc:sldMk cId="530389846" sldId="291"/>
        </pc:sldMkLst>
        <pc:spChg chg="del">
          <ac:chgData name="Thampi, Rohan" userId="684917c9-6abc-4a73-8a06-f5e465c0fcde" providerId="ADAL" clId="{F3DCDE7E-3E7A-46F4-B6A6-1CFD05149D43}" dt="2025-05-29T04:52:03.145" v="5120" actId="478"/>
          <ac:spMkLst>
            <pc:docMk/>
            <pc:sldMk cId="530389846" sldId="291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5" creationId="{5C9E4F99-95D2-1C3C-EDA7-08F1E86C21E0}"/>
          </ac:spMkLst>
        </pc:spChg>
        <pc:spChg chg="mod">
          <ac:chgData name="Thampi, Rohan" userId="684917c9-6abc-4a73-8a06-f5e465c0fcde" providerId="ADAL" clId="{F3DCDE7E-3E7A-46F4-B6A6-1CFD05149D43}" dt="2025-05-29T05:14:26.119" v="5646" actId="1076"/>
          <ac:spMkLst>
            <pc:docMk/>
            <pc:sldMk cId="530389846" sldId="291"/>
            <ac:spMk id="6" creationId="{B5444526-9D42-9845-EAF9-5C57BF3F9FB0}"/>
          </ac:spMkLst>
        </pc:spChg>
        <pc:spChg chg="mod">
          <ac:chgData name="Thampi, Rohan" userId="684917c9-6abc-4a73-8a06-f5e465c0fcde" providerId="ADAL" clId="{F3DCDE7E-3E7A-46F4-B6A6-1CFD05149D43}" dt="2025-05-29T05:14:36.246" v="5658" actId="1036"/>
          <ac:spMkLst>
            <pc:docMk/>
            <pc:sldMk cId="530389846" sldId="291"/>
            <ac:spMk id="7" creationId="{5D893781-73C5-6285-1D00-1D0B3327E6A9}"/>
          </ac:spMkLst>
        </pc:spChg>
        <pc:spChg chg="mod">
          <ac:chgData name="Thampi, Rohan" userId="684917c9-6abc-4a73-8a06-f5e465c0fcde" providerId="ADAL" clId="{F3DCDE7E-3E7A-46F4-B6A6-1CFD05149D43}" dt="2025-05-29T05:21:37.350" v="5728" actId="1037"/>
          <ac:spMkLst>
            <pc:docMk/>
            <pc:sldMk cId="530389846" sldId="291"/>
            <ac:spMk id="9" creationId="{0E2C71C6-1E4A-39B3-E6B7-ED18DDD096A6}"/>
          </ac:spMkLst>
        </pc:spChg>
        <pc:spChg chg="mod">
          <ac:chgData name="Thampi, Rohan" userId="684917c9-6abc-4a73-8a06-f5e465c0fcde" providerId="ADAL" clId="{F3DCDE7E-3E7A-46F4-B6A6-1CFD05149D43}" dt="2025-05-29T05:03:56.083" v="5511" actId="1076"/>
          <ac:spMkLst>
            <pc:docMk/>
            <pc:sldMk cId="530389846" sldId="29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17" creationId="{CE3EFF62-AC39-C9F9-3BFA-5C041E5954DD}"/>
          </ac:spMkLst>
        </pc:spChg>
        <pc:spChg chg="add mod">
          <ac:chgData name="Thampi, Rohan" userId="684917c9-6abc-4a73-8a06-f5e465c0fcde" providerId="ADAL" clId="{F3DCDE7E-3E7A-46F4-B6A6-1CFD05149D43}" dt="2025-05-29T05:15:14.271" v="5666" actId="113"/>
          <ac:spMkLst>
            <pc:docMk/>
            <pc:sldMk cId="530389846" sldId="291"/>
            <ac:spMk id="21" creationId="{7DEBFE66-B64D-3188-2577-AC07C4909995}"/>
          </ac:spMkLst>
        </pc:spChg>
        <pc:grpChg chg="add 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8" creationId="{0C771169-50AD-CCED-AC4C-CB150FD33C46}"/>
          </ac:grpSpMkLst>
        </pc:grpChg>
        <pc:grpChg chg="mod">
          <ac:chgData name="Thampi, Rohan" userId="684917c9-6abc-4a73-8a06-f5e465c0fcde" providerId="ADAL" clId="{F3DCDE7E-3E7A-46F4-B6A6-1CFD05149D43}" dt="2025-05-29T05:21:37.350" v="5728" actId="1037"/>
          <ac:grpSpMkLst>
            <pc:docMk/>
            <pc:sldMk cId="530389846" sldId="291"/>
            <ac:grpSpMk id="11" creationId="{6E608A5F-5CE6-6C20-D457-F11B4C9522B0}"/>
          </ac:grpSpMkLst>
        </pc:grpChg>
        <pc:grpChg chg="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12" creationId="{DA375782-1BD0-CC49-8E0E-75892BF638A8}"/>
          </ac:grpSpMkLst>
        </pc:grpChg>
        <pc:grpChg chg="mod">
          <ac:chgData name="Thampi, Rohan" userId="684917c9-6abc-4a73-8a06-f5e465c0fcde" providerId="ADAL" clId="{F3DCDE7E-3E7A-46F4-B6A6-1CFD05149D43}" dt="2025-05-29T05:14:36.246" v="5658" actId="1036"/>
          <ac:grpSpMkLst>
            <pc:docMk/>
            <pc:sldMk cId="530389846" sldId="291"/>
            <ac:grpSpMk id="13" creationId="{3492CE94-F054-8526-015F-A7B1D718AE78}"/>
          </ac:grpSpMkLst>
        </pc:grpChg>
        <pc:grpChg chg="mod">
          <ac:chgData name="Thampi, Rohan" userId="684917c9-6abc-4a73-8a06-f5e465c0fcde" providerId="ADAL" clId="{F3DCDE7E-3E7A-46F4-B6A6-1CFD05149D43}" dt="2025-05-29T05:03:56.083" v="5511" actId="1076"/>
          <ac:grpSpMkLst>
            <pc:docMk/>
            <pc:sldMk cId="530389846" sldId="291"/>
            <ac:grpSpMk id="14" creationId="{BF6F8D9A-0546-4A0B-5A82-CD5B2C830071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5" creationId="{55F407BF-B4A5-6AA3-7A2D-17B7CC5D7E1D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9" creationId="{74FA2601-E378-E099-D692-0FB532F66AA9}"/>
          </ac:grpSpMkLst>
        </pc:grpChg>
        <pc:grpChg chg="add 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20" creationId="{F5756F58-CAC2-3990-5891-4F1339299DAC}"/>
          </ac:grpSpMkLst>
        </pc:grp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6" creationId="{2C0B6CE2-79C6-7DDE-6EB9-A71A0DC5E221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8" creationId="{C091AC48-3997-D593-ECB7-456CA08C9AD9}"/>
          </ac:picMkLst>
        </pc:picChg>
        <pc:picChg chg="mod">
          <ac:chgData name="Thampi, Rohan" userId="684917c9-6abc-4a73-8a06-f5e465c0fcde" providerId="ADAL" clId="{F3DCDE7E-3E7A-46F4-B6A6-1CFD05149D43}" dt="2025-05-29T05:03:56.083" v="5511" actId="1076"/>
          <ac:picMkLst>
            <pc:docMk/>
            <pc:sldMk cId="530389846" sldId="291"/>
            <ac:picMk id="4098" creationId="{DD639D87-BD06-68CC-324F-05AD0816D2BE}"/>
          </ac:picMkLst>
        </pc:picChg>
        <pc:picChg chg="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4100" creationId="{B21BDF28-11DF-3F4B-84A6-817C52D3C1AC}"/>
          </ac:picMkLst>
        </pc:picChg>
        <pc:picChg chg="mod">
          <ac:chgData name="Thampi, Rohan" userId="684917c9-6abc-4a73-8a06-f5e465c0fcde" providerId="ADAL" clId="{F3DCDE7E-3E7A-46F4-B6A6-1CFD05149D43}" dt="2025-05-29T05:21:37.350" v="5728" actId="1037"/>
          <ac:picMkLst>
            <pc:docMk/>
            <pc:sldMk cId="530389846" sldId="291"/>
            <ac:picMk id="4106" creationId="{B7634203-D9DF-4333-149D-B3F37585553E}"/>
          </ac:picMkLst>
        </pc:picChg>
        <pc:picChg chg="mod">
          <ac:chgData name="Thampi, Rohan" userId="684917c9-6abc-4a73-8a06-f5e465c0fcde" providerId="ADAL" clId="{F3DCDE7E-3E7A-46F4-B6A6-1CFD05149D43}" dt="2025-05-29T05:14:36.246" v="5658" actId="1036"/>
          <ac:picMkLst>
            <pc:docMk/>
            <pc:sldMk cId="530389846" sldId="291"/>
            <ac:picMk id="4110" creationId="{D325C895-4D02-B4C3-C541-463904A36D2F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4114" creationId="{D748E700-1122-FCB1-AF2B-340FD22DBE5D}"/>
          </ac:picMkLst>
        </pc:picChg>
        <pc:picChg chg="add 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17410" creationId="{65226D5B-1419-B7AC-2DA8-8897176A8DF8}"/>
          </ac:picMkLst>
        </pc:picChg>
        <pc:picChg chg="add mod">
          <ac:chgData name="Thampi, Rohan" userId="684917c9-6abc-4a73-8a06-f5e465c0fcde" providerId="ADAL" clId="{F3DCDE7E-3E7A-46F4-B6A6-1CFD05149D43}" dt="2025-05-29T05:03:58.259" v="5512" actId="1076"/>
          <ac:picMkLst>
            <pc:docMk/>
            <pc:sldMk cId="530389846" sldId="291"/>
            <ac:picMk id="17412" creationId="{FED47D56-73F3-FAB6-2F88-3CFAAFAAC54F}"/>
          </ac:picMkLst>
        </pc:picChg>
      </pc:sldChg>
      <pc:sldChg chg="delSp modSp add mod">
        <pc:chgData name="Thampi, Rohan" userId="684917c9-6abc-4a73-8a06-f5e465c0fcde" providerId="ADAL" clId="{F3DCDE7E-3E7A-46F4-B6A6-1CFD05149D43}" dt="2025-05-29T12:57:42.083" v="6085" actId="20577"/>
        <pc:sldMkLst>
          <pc:docMk/>
          <pc:sldMk cId="2565493616" sldId="292"/>
        </pc:sldMkLst>
        <pc:spChg chg="mod">
          <ac:chgData name="Thampi, Rohan" userId="684917c9-6abc-4a73-8a06-f5e465c0fcde" providerId="ADAL" clId="{F3DCDE7E-3E7A-46F4-B6A6-1CFD05149D43}" dt="2025-05-29T05:22:18.213" v="5764" actId="20577"/>
          <ac:spMkLst>
            <pc:docMk/>
            <pc:sldMk cId="2565493616" sldId="29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12:57:42.083" v="6085" actId="20577"/>
          <ac:spMkLst>
            <pc:docMk/>
            <pc:sldMk cId="2565493616" sldId="292"/>
            <ac:spMk id="21" creationId="{7DEBFE66-B64D-3188-2577-AC07C4909995}"/>
          </ac:spMkLst>
        </pc:s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20" creationId="{F5756F58-CAC2-3990-5891-4F1339299DAC}"/>
          </ac:grpSpMkLst>
        </pc:grpChg>
        <pc:picChg chg="del">
          <ac:chgData name="Thampi, Rohan" userId="684917c9-6abc-4a73-8a06-f5e465c0fcde" providerId="ADAL" clId="{F3DCDE7E-3E7A-46F4-B6A6-1CFD05149D43}" dt="2025-05-29T05:23:46.201" v="5891" actId="478"/>
          <ac:picMkLst>
            <pc:docMk/>
            <pc:sldMk cId="2565493616" sldId="292"/>
            <ac:picMk id="17412" creationId="{FED47D56-73F3-FAB6-2F88-3CFAAFAAC54F}"/>
          </ac:picMkLst>
        </pc:picChg>
      </pc:sldChg>
    </pc:docChg>
  </pc:docChgLst>
  <pc:docChgLst>
    <pc:chgData name="Thampi, Rohan" userId="684917c9-6abc-4a73-8a06-f5e465c0fcde" providerId="ADAL" clId="{04D104CD-1F9F-486E-B17D-352E101C4223}"/>
    <pc:docChg chg="undo redo custSel addSld delSld modSld sldOrd">
      <pc:chgData name="Thampi, Rohan" userId="684917c9-6abc-4a73-8a06-f5e465c0fcde" providerId="ADAL" clId="{04D104CD-1F9F-486E-B17D-352E101C4223}" dt="2025-05-30T01:05:31.405" v="4958"/>
      <pc:docMkLst>
        <pc:docMk/>
      </pc:docMkLst>
      <pc:sldChg chg="addSp delSp modSp mod setBg">
        <pc:chgData name="Thampi, Rohan" userId="684917c9-6abc-4a73-8a06-f5e465c0fcde" providerId="ADAL" clId="{04D104CD-1F9F-486E-B17D-352E101C4223}" dt="2025-05-30T01:02:52.559" v="4870" actId="1035"/>
        <pc:sldMkLst>
          <pc:docMk/>
          <pc:sldMk cId="1548797696" sldId="256"/>
        </pc:sldMkLst>
        <pc:spChg chg="mod">
          <ac:chgData name="Thampi, Rohan" userId="684917c9-6abc-4a73-8a06-f5e465c0fcde" providerId="ADAL" clId="{04D104CD-1F9F-486E-B17D-352E101C4223}" dt="2025-05-30T01:02:41.177" v="4868" actId="14838"/>
          <ac:spMkLst>
            <pc:docMk/>
            <pc:sldMk cId="1548797696" sldId="256"/>
            <ac:spMk id="2" creationId="{914729FA-2012-1523-A1E4-9F067934BC9A}"/>
          </ac:spMkLst>
        </pc:spChg>
        <pc:spChg chg="add mod">
          <ac:chgData name="Thampi, Rohan" userId="684917c9-6abc-4a73-8a06-f5e465c0fcde" providerId="ADAL" clId="{04D104CD-1F9F-486E-B17D-352E101C4223}" dt="2025-05-30T01:02:52.559" v="4870" actId="1035"/>
          <ac:spMkLst>
            <pc:docMk/>
            <pc:sldMk cId="1548797696" sldId="256"/>
            <ac:spMk id="3" creationId="{789C1671-3AB7-564D-B719-79035969A8DA}"/>
          </ac:spMkLst>
        </pc:spChg>
        <pc:spChg chg="del mod">
          <ac:chgData name="Thampi, Rohan" userId="684917c9-6abc-4a73-8a06-f5e465c0fcde" providerId="ADAL" clId="{04D104CD-1F9F-486E-B17D-352E101C4223}" dt="2025-05-29T21:47:33.968" v="33" actId="478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04D104CD-1F9F-486E-B17D-352E101C4223}" dt="2025-05-29T21:51:12.311" v="120"/>
          <ac:spMkLst>
            <pc:docMk/>
            <pc:sldMk cId="1548797696" sldId="256"/>
            <ac:spMk id="5" creationId="{FDBFE835-1722-2421-6397-7F959505CE8D}"/>
          </ac:spMkLst>
        </pc:spChg>
        <pc:spChg chg="add del mod">
          <ac:chgData name="Thampi, Rohan" userId="684917c9-6abc-4a73-8a06-f5e465c0fcde" providerId="ADAL" clId="{04D104CD-1F9F-486E-B17D-352E101C4223}" dt="2025-05-29T21:51:12.317" v="125"/>
          <ac:spMkLst>
            <pc:docMk/>
            <pc:sldMk cId="1548797696" sldId="256"/>
            <ac:spMk id="6" creationId="{8388657E-21C0-E8AA-1D33-4B6755D24F4D}"/>
          </ac:spMkLst>
        </pc:spChg>
        <pc:spChg chg="add del mod">
          <ac:chgData name="Thampi, Rohan" userId="684917c9-6abc-4a73-8a06-f5e465c0fcde" providerId="ADAL" clId="{04D104CD-1F9F-486E-B17D-352E101C4223}" dt="2025-05-29T21:51:12.332" v="130"/>
          <ac:spMkLst>
            <pc:docMk/>
            <pc:sldMk cId="1548797696" sldId="256"/>
            <ac:spMk id="7" creationId="{C2968C84-8D37-C6C6-F8AA-8847CD7A4416}"/>
          </ac:spMkLst>
        </pc:spChg>
        <pc:spChg chg="add del mod">
          <ac:chgData name="Thampi, Rohan" userId="684917c9-6abc-4a73-8a06-f5e465c0fcde" providerId="ADAL" clId="{04D104CD-1F9F-486E-B17D-352E101C4223}" dt="2025-05-29T21:51:12.348" v="135"/>
          <ac:spMkLst>
            <pc:docMk/>
            <pc:sldMk cId="1548797696" sldId="256"/>
            <ac:spMk id="8" creationId="{583A696A-36BE-B373-581A-0D5C381A53B3}"/>
          </ac:spMkLst>
        </pc:spChg>
        <pc:spChg chg="add del mod">
          <ac:chgData name="Thampi, Rohan" userId="684917c9-6abc-4a73-8a06-f5e465c0fcde" providerId="ADAL" clId="{04D104CD-1F9F-486E-B17D-352E101C4223}" dt="2025-05-29T21:51:12.384" v="140"/>
          <ac:spMkLst>
            <pc:docMk/>
            <pc:sldMk cId="1548797696" sldId="256"/>
            <ac:spMk id="9" creationId="{F4F8252E-D190-E348-463D-99E10CE8A348}"/>
          </ac:spMkLst>
        </pc:spChg>
        <pc:spChg chg="add del mod">
          <ac:chgData name="Thampi, Rohan" userId="684917c9-6abc-4a73-8a06-f5e465c0fcde" providerId="ADAL" clId="{04D104CD-1F9F-486E-B17D-352E101C4223}" dt="2025-05-29T21:51:12.395" v="145"/>
          <ac:spMkLst>
            <pc:docMk/>
            <pc:sldMk cId="1548797696" sldId="256"/>
            <ac:spMk id="10" creationId="{47AE64CE-723D-8C3C-CD15-8FF71C21860B}"/>
          </ac:spMkLst>
        </pc:spChg>
        <pc:spChg chg="add del mod">
          <ac:chgData name="Thampi, Rohan" userId="684917c9-6abc-4a73-8a06-f5e465c0fcde" providerId="ADAL" clId="{04D104CD-1F9F-486E-B17D-352E101C4223}" dt="2025-05-29T21:51:12.415" v="150"/>
          <ac:spMkLst>
            <pc:docMk/>
            <pc:sldMk cId="1548797696" sldId="256"/>
            <ac:spMk id="11" creationId="{B8A8B5CD-F1CE-7636-2781-7666E3F90877}"/>
          </ac:spMkLst>
        </pc:spChg>
        <pc:spChg chg="add del mod">
          <ac:chgData name="Thampi, Rohan" userId="684917c9-6abc-4a73-8a06-f5e465c0fcde" providerId="ADAL" clId="{04D104CD-1F9F-486E-B17D-352E101C4223}" dt="2025-05-29T21:51:12.427" v="155"/>
          <ac:spMkLst>
            <pc:docMk/>
            <pc:sldMk cId="1548797696" sldId="256"/>
            <ac:spMk id="12" creationId="{6B153D99-EA14-DB7D-F69C-6383BC266B37}"/>
          </ac:spMkLst>
        </pc:spChg>
        <pc:spChg chg="add del mod">
          <ac:chgData name="Thampi, Rohan" userId="684917c9-6abc-4a73-8a06-f5e465c0fcde" providerId="ADAL" clId="{04D104CD-1F9F-486E-B17D-352E101C4223}" dt="2025-05-29T21:51:12.439" v="160"/>
          <ac:spMkLst>
            <pc:docMk/>
            <pc:sldMk cId="1548797696" sldId="256"/>
            <ac:spMk id="13" creationId="{6DA6E071-B5F1-7439-9B91-7B6BFE6CE936}"/>
          </ac:spMkLst>
        </pc:spChg>
        <pc:spChg chg="add del mod">
          <ac:chgData name="Thampi, Rohan" userId="684917c9-6abc-4a73-8a06-f5e465c0fcde" providerId="ADAL" clId="{04D104CD-1F9F-486E-B17D-352E101C4223}" dt="2025-05-29T21:51:18.105" v="167"/>
          <ac:spMkLst>
            <pc:docMk/>
            <pc:sldMk cId="1548797696" sldId="256"/>
            <ac:spMk id="14" creationId="{40D032ED-D8BD-D38F-7F47-FC095DCF229C}"/>
          </ac:spMkLst>
        </pc:spChg>
        <pc:spChg chg="add del mod">
          <ac:chgData name="Thampi, Rohan" userId="684917c9-6abc-4a73-8a06-f5e465c0fcde" providerId="ADAL" clId="{04D104CD-1F9F-486E-B17D-352E101C4223}" dt="2025-05-29T22:04:14.376" v="443"/>
          <ac:spMkLst>
            <pc:docMk/>
            <pc:sldMk cId="1548797696" sldId="256"/>
            <ac:spMk id="15" creationId="{99BA6810-0BCE-7426-31D0-DBB57182ECC2}"/>
          </ac:spMkLst>
        </pc:spChg>
        <pc:spChg chg="add del mod">
          <ac:chgData name="Thampi, Rohan" userId="684917c9-6abc-4a73-8a06-f5e465c0fcde" providerId="ADAL" clId="{04D104CD-1F9F-486E-B17D-352E101C4223}" dt="2025-05-29T22:04:14.390" v="448"/>
          <ac:spMkLst>
            <pc:docMk/>
            <pc:sldMk cId="1548797696" sldId="256"/>
            <ac:spMk id="16" creationId="{3AA12734-357E-64AD-6C74-7A511CB1C9B6}"/>
          </ac:spMkLst>
        </pc:spChg>
        <pc:spChg chg="add del mod">
          <ac:chgData name="Thampi, Rohan" userId="684917c9-6abc-4a73-8a06-f5e465c0fcde" providerId="ADAL" clId="{04D104CD-1F9F-486E-B17D-352E101C4223}" dt="2025-05-29T22:04:14.404" v="453"/>
          <ac:spMkLst>
            <pc:docMk/>
            <pc:sldMk cId="1548797696" sldId="256"/>
            <ac:spMk id="17" creationId="{23DFBC09-2706-DF48-D24F-1604289C26BF}"/>
          </ac:spMkLst>
        </pc:spChg>
        <pc:spChg chg="add del mod">
          <ac:chgData name="Thampi, Rohan" userId="684917c9-6abc-4a73-8a06-f5e465c0fcde" providerId="ADAL" clId="{04D104CD-1F9F-486E-B17D-352E101C4223}" dt="2025-05-29T22:04:14.416" v="458"/>
          <ac:spMkLst>
            <pc:docMk/>
            <pc:sldMk cId="1548797696" sldId="256"/>
            <ac:spMk id="18" creationId="{B647AF12-5593-1CE7-FD2C-DEA9C9D80B0B}"/>
          </ac:spMkLst>
        </pc:spChg>
        <pc:spChg chg="add del mod">
          <ac:chgData name="Thampi, Rohan" userId="684917c9-6abc-4a73-8a06-f5e465c0fcde" providerId="ADAL" clId="{04D104CD-1F9F-486E-B17D-352E101C4223}" dt="2025-05-29T22:04:14.428" v="463"/>
          <ac:spMkLst>
            <pc:docMk/>
            <pc:sldMk cId="1548797696" sldId="256"/>
            <ac:spMk id="19" creationId="{9D3650E4-6860-297B-B07E-FE12F7FCCE74}"/>
          </ac:spMkLst>
        </pc:spChg>
        <pc:spChg chg="add del mod">
          <ac:chgData name="Thampi, Rohan" userId="684917c9-6abc-4a73-8a06-f5e465c0fcde" providerId="ADAL" clId="{04D104CD-1F9F-486E-B17D-352E101C4223}" dt="2025-05-29T22:04:14.440" v="468"/>
          <ac:spMkLst>
            <pc:docMk/>
            <pc:sldMk cId="1548797696" sldId="256"/>
            <ac:spMk id="20" creationId="{00FB19A8-79CA-A8C2-25BA-B0C39A225D27}"/>
          </ac:spMkLst>
        </pc:spChg>
        <pc:spChg chg="add del mod">
          <ac:chgData name="Thampi, Rohan" userId="684917c9-6abc-4a73-8a06-f5e465c0fcde" providerId="ADAL" clId="{04D104CD-1F9F-486E-B17D-352E101C4223}" dt="2025-05-29T22:04:14.453" v="473"/>
          <ac:spMkLst>
            <pc:docMk/>
            <pc:sldMk cId="1548797696" sldId="256"/>
            <ac:spMk id="21" creationId="{44510A0E-ADAB-460F-E2A7-5F2D0F94788E}"/>
          </ac:spMkLst>
        </pc:spChg>
        <pc:spChg chg="add del mod">
          <ac:chgData name="Thampi, Rohan" userId="684917c9-6abc-4a73-8a06-f5e465c0fcde" providerId="ADAL" clId="{04D104CD-1F9F-486E-B17D-352E101C4223}" dt="2025-05-29T22:04:14.466" v="478"/>
          <ac:spMkLst>
            <pc:docMk/>
            <pc:sldMk cId="1548797696" sldId="256"/>
            <ac:spMk id="22" creationId="{49E05158-EFD5-21A8-F81E-A9FCECACB8F6}"/>
          </ac:spMkLst>
        </pc:spChg>
        <pc:spChg chg="add del mod">
          <ac:chgData name="Thampi, Rohan" userId="684917c9-6abc-4a73-8a06-f5e465c0fcde" providerId="ADAL" clId="{04D104CD-1F9F-486E-B17D-352E101C4223}" dt="2025-05-29T22:04:14.479" v="483"/>
          <ac:spMkLst>
            <pc:docMk/>
            <pc:sldMk cId="1548797696" sldId="256"/>
            <ac:spMk id="23" creationId="{38234E6D-A8EF-6AD1-3FCC-E7B573BAC449}"/>
          </ac:spMkLst>
        </pc:spChg>
        <pc:spChg chg="add del mod">
          <ac:chgData name="Thampi, Rohan" userId="684917c9-6abc-4a73-8a06-f5e465c0fcde" providerId="ADAL" clId="{04D104CD-1F9F-486E-B17D-352E101C4223}" dt="2025-05-29T22:04:14.490" v="488"/>
          <ac:spMkLst>
            <pc:docMk/>
            <pc:sldMk cId="1548797696" sldId="256"/>
            <ac:spMk id="24" creationId="{8D62855A-FAB4-97DB-DA99-A60B12E84491}"/>
          </ac:spMkLst>
        </pc:spChg>
        <pc:spChg chg="add del mod">
          <ac:chgData name="Thampi, Rohan" userId="684917c9-6abc-4a73-8a06-f5e465c0fcde" providerId="ADAL" clId="{04D104CD-1F9F-486E-B17D-352E101C4223}" dt="2025-05-29T23:08:59.263" v="2301"/>
          <ac:spMkLst>
            <pc:docMk/>
            <pc:sldMk cId="1548797696" sldId="256"/>
            <ac:spMk id="25" creationId="{3731BFDF-D3FF-48A1-122E-F56F313A21CD}"/>
          </ac:spMkLst>
        </pc:spChg>
        <pc:spChg chg="add del mod">
          <ac:chgData name="Thampi, Rohan" userId="684917c9-6abc-4a73-8a06-f5e465c0fcde" providerId="ADAL" clId="{04D104CD-1F9F-486E-B17D-352E101C4223}" dt="2025-05-29T23:08:59.273" v="2306"/>
          <ac:spMkLst>
            <pc:docMk/>
            <pc:sldMk cId="1548797696" sldId="256"/>
            <ac:spMk id="26" creationId="{A2F9137B-7CE8-0FB1-6601-F61EF5744391}"/>
          </ac:spMkLst>
        </pc:spChg>
        <pc:spChg chg="add del mod">
          <ac:chgData name="Thampi, Rohan" userId="684917c9-6abc-4a73-8a06-f5e465c0fcde" providerId="ADAL" clId="{04D104CD-1F9F-486E-B17D-352E101C4223}" dt="2025-05-29T23:08:59.282" v="2311"/>
          <ac:spMkLst>
            <pc:docMk/>
            <pc:sldMk cId="1548797696" sldId="256"/>
            <ac:spMk id="27" creationId="{714B7F54-DBBF-D6A3-A1F1-9F03FB5DCE8A}"/>
          </ac:spMkLst>
        </pc:spChg>
        <pc:spChg chg="add del mod">
          <ac:chgData name="Thampi, Rohan" userId="684917c9-6abc-4a73-8a06-f5e465c0fcde" providerId="ADAL" clId="{04D104CD-1F9F-486E-B17D-352E101C4223}" dt="2025-05-29T23:08:59.293" v="2316"/>
          <ac:spMkLst>
            <pc:docMk/>
            <pc:sldMk cId="1548797696" sldId="256"/>
            <ac:spMk id="28" creationId="{7094D3CA-EC96-D5D6-9FB4-3DCDCDCACB6E}"/>
          </ac:spMkLst>
        </pc:spChg>
        <pc:spChg chg="add del mod">
          <ac:chgData name="Thampi, Rohan" userId="684917c9-6abc-4a73-8a06-f5e465c0fcde" providerId="ADAL" clId="{04D104CD-1F9F-486E-B17D-352E101C4223}" dt="2025-05-29T23:08:59.301" v="2321"/>
          <ac:spMkLst>
            <pc:docMk/>
            <pc:sldMk cId="1548797696" sldId="256"/>
            <ac:spMk id="29" creationId="{AAB81293-0157-A84B-758D-F4ABF0960F38}"/>
          </ac:spMkLst>
        </pc:spChg>
        <pc:spChg chg="add del mod">
          <ac:chgData name="Thampi, Rohan" userId="684917c9-6abc-4a73-8a06-f5e465c0fcde" providerId="ADAL" clId="{04D104CD-1F9F-486E-B17D-352E101C4223}" dt="2025-05-29T23:08:59.304" v="2326"/>
          <ac:spMkLst>
            <pc:docMk/>
            <pc:sldMk cId="1548797696" sldId="256"/>
            <ac:spMk id="30" creationId="{0783484B-F6B3-A099-902D-5C04CB4C9B4E}"/>
          </ac:spMkLst>
        </pc:spChg>
        <pc:spChg chg="add del mod">
          <ac:chgData name="Thampi, Rohan" userId="684917c9-6abc-4a73-8a06-f5e465c0fcde" providerId="ADAL" clId="{04D104CD-1F9F-486E-B17D-352E101C4223}" dt="2025-05-29T23:08:59.317" v="2331"/>
          <ac:spMkLst>
            <pc:docMk/>
            <pc:sldMk cId="1548797696" sldId="256"/>
            <ac:spMk id="31" creationId="{2A5BE481-1C09-F969-71BF-64D63BB51585}"/>
          </ac:spMkLst>
        </pc:spChg>
        <pc:spChg chg="add del mod">
          <ac:chgData name="Thampi, Rohan" userId="684917c9-6abc-4a73-8a06-f5e465c0fcde" providerId="ADAL" clId="{04D104CD-1F9F-486E-B17D-352E101C4223}" dt="2025-05-29T23:08:59.323" v="2336"/>
          <ac:spMkLst>
            <pc:docMk/>
            <pc:sldMk cId="1548797696" sldId="256"/>
            <ac:spMk id="32" creationId="{8B4C855E-42FB-DA51-D01A-99882AF4C315}"/>
          </ac:spMkLst>
        </pc:spChg>
        <pc:spChg chg="add del mod">
          <ac:chgData name="Thampi, Rohan" userId="684917c9-6abc-4a73-8a06-f5e465c0fcde" providerId="ADAL" clId="{04D104CD-1F9F-486E-B17D-352E101C4223}" dt="2025-05-29T23:08:59.337" v="2341"/>
          <ac:spMkLst>
            <pc:docMk/>
            <pc:sldMk cId="1548797696" sldId="256"/>
            <ac:spMk id="33" creationId="{9FFEE034-A479-4614-BB8A-0C045C156BFA}"/>
          </ac:spMkLst>
        </pc:spChg>
        <pc:spChg chg="add del mod">
          <ac:chgData name="Thampi, Rohan" userId="684917c9-6abc-4a73-8a06-f5e465c0fcde" providerId="ADAL" clId="{04D104CD-1F9F-486E-B17D-352E101C4223}" dt="2025-05-29T23:08:59.346" v="2346"/>
          <ac:spMkLst>
            <pc:docMk/>
            <pc:sldMk cId="1548797696" sldId="256"/>
            <ac:spMk id="34" creationId="{D611F917-1DCF-9FA4-B2A6-3F5E7983857F}"/>
          </ac:spMkLst>
        </pc:spChg>
        <pc:spChg chg="add del mod">
          <ac:chgData name="Thampi, Rohan" userId="684917c9-6abc-4a73-8a06-f5e465c0fcde" providerId="ADAL" clId="{04D104CD-1F9F-486E-B17D-352E101C4223}" dt="2025-05-29T23:57:29.446" v="3631"/>
          <ac:spMkLst>
            <pc:docMk/>
            <pc:sldMk cId="1548797696" sldId="256"/>
            <ac:spMk id="35" creationId="{320DC936-E74D-76A6-7782-5CA44442EA65}"/>
          </ac:spMkLst>
        </pc:spChg>
        <pc:spChg chg="add del mod">
          <ac:chgData name="Thampi, Rohan" userId="684917c9-6abc-4a73-8a06-f5e465c0fcde" providerId="ADAL" clId="{04D104CD-1F9F-486E-B17D-352E101C4223}" dt="2025-05-29T23:57:29.454" v="3636"/>
          <ac:spMkLst>
            <pc:docMk/>
            <pc:sldMk cId="1548797696" sldId="256"/>
            <ac:spMk id="36" creationId="{14CD4D03-59BA-87BB-69E2-1EFC0DAE0C99}"/>
          </ac:spMkLst>
        </pc:spChg>
        <pc:spChg chg="add del mod">
          <ac:chgData name="Thampi, Rohan" userId="684917c9-6abc-4a73-8a06-f5e465c0fcde" providerId="ADAL" clId="{04D104CD-1F9F-486E-B17D-352E101C4223}" dt="2025-05-29T23:57:29.472" v="3641"/>
          <ac:spMkLst>
            <pc:docMk/>
            <pc:sldMk cId="1548797696" sldId="256"/>
            <ac:spMk id="37" creationId="{E8492C92-D333-C93C-3A1A-59B33B906D3F}"/>
          </ac:spMkLst>
        </pc:spChg>
        <pc:spChg chg="add del mod">
          <ac:chgData name="Thampi, Rohan" userId="684917c9-6abc-4a73-8a06-f5e465c0fcde" providerId="ADAL" clId="{04D104CD-1F9F-486E-B17D-352E101C4223}" dt="2025-05-29T23:57:29.486" v="3646"/>
          <ac:spMkLst>
            <pc:docMk/>
            <pc:sldMk cId="1548797696" sldId="256"/>
            <ac:spMk id="38" creationId="{AFE61CA3-07E8-98C2-844D-F744D400EBA5}"/>
          </ac:spMkLst>
        </pc:spChg>
        <pc:spChg chg="add del mod">
          <ac:chgData name="Thampi, Rohan" userId="684917c9-6abc-4a73-8a06-f5e465c0fcde" providerId="ADAL" clId="{04D104CD-1F9F-486E-B17D-352E101C4223}" dt="2025-05-29T23:57:29.492" v="3651"/>
          <ac:spMkLst>
            <pc:docMk/>
            <pc:sldMk cId="1548797696" sldId="256"/>
            <ac:spMk id="39" creationId="{A0D01A68-98DD-681F-BF79-4D5D9C347901}"/>
          </ac:spMkLst>
        </pc:spChg>
        <pc:spChg chg="add del mod">
          <ac:chgData name="Thampi, Rohan" userId="684917c9-6abc-4a73-8a06-f5e465c0fcde" providerId="ADAL" clId="{04D104CD-1F9F-486E-B17D-352E101C4223}" dt="2025-05-29T23:57:29.512" v="3656"/>
          <ac:spMkLst>
            <pc:docMk/>
            <pc:sldMk cId="1548797696" sldId="256"/>
            <ac:spMk id="40" creationId="{CFFE946E-F012-C19A-E391-87036420DBB9}"/>
          </ac:spMkLst>
        </pc:spChg>
        <pc:spChg chg="add del mod">
          <ac:chgData name="Thampi, Rohan" userId="684917c9-6abc-4a73-8a06-f5e465c0fcde" providerId="ADAL" clId="{04D104CD-1F9F-486E-B17D-352E101C4223}" dt="2025-05-29T23:57:29.522" v="3661"/>
          <ac:spMkLst>
            <pc:docMk/>
            <pc:sldMk cId="1548797696" sldId="256"/>
            <ac:spMk id="41" creationId="{901511E7-0B09-5EE8-10CF-C6957944722E}"/>
          </ac:spMkLst>
        </pc:spChg>
        <pc:spChg chg="add del mod">
          <ac:chgData name="Thampi, Rohan" userId="684917c9-6abc-4a73-8a06-f5e465c0fcde" providerId="ADAL" clId="{04D104CD-1F9F-486E-B17D-352E101C4223}" dt="2025-05-29T23:57:29.542" v="3666"/>
          <ac:spMkLst>
            <pc:docMk/>
            <pc:sldMk cId="1548797696" sldId="256"/>
            <ac:spMk id="42" creationId="{EF2ED2F3-FCC1-3B7B-C9B0-E8DB8E42936E}"/>
          </ac:spMkLst>
        </pc:spChg>
        <pc:spChg chg="add del mod">
          <ac:chgData name="Thampi, Rohan" userId="684917c9-6abc-4a73-8a06-f5e465c0fcde" providerId="ADAL" clId="{04D104CD-1F9F-486E-B17D-352E101C4223}" dt="2025-05-29T23:57:29.552" v="3671"/>
          <ac:spMkLst>
            <pc:docMk/>
            <pc:sldMk cId="1548797696" sldId="256"/>
            <ac:spMk id="43" creationId="{95A82195-F1C1-E44B-90B0-59998784966A}"/>
          </ac:spMkLst>
        </pc:spChg>
        <pc:spChg chg="add del mod">
          <ac:chgData name="Thampi, Rohan" userId="684917c9-6abc-4a73-8a06-f5e465c0fcde" providerId="ADAL" clId="{04D104CD-1F9F-486E-B17D-352E101C4223}" dt="2025-05-29T23:57:29.565" v="3676"/>
          <ac:spMkLst>
            <pc:docMk/>
            <pc:sldMk cId="1548797696" sldId="256"/>
            <ac:spMk id="44" creationId="{6618C9CD-9EE2-3A46-4C67-EF21E6CA86E6}"/>
          </ac:spMkLst>
        </pc:spChg>
      </pc:sldChg>
      <pc:sldChg chg="addSp delSp modSp mod ord modAnim">
        <pc:chgData name="Thampi, Rohan" userId="684917c9-6abc-4a73-8a06-f5e465c0fcde" providerId="ADAL" clId="{04D104CD-1F9F-486E-B17D-352E101C4223}" dt="2025-05-29T23:13:44.804" v="2494" actId="1076"/>
        <pc:sldMkLst>
          <pc:docMk/>
          <pc:sldMk cId="2561255915" sldId="259"/>
        </pc:sldMkLst>
        <pc:spChg chg="del mod">
          <ac:chgData name="Thampi, Rohan" userId="684917c9-6abc-4a73-8a06-f5e465c0fcde" providerId="ADAL" clId="{04D104CD-1F9F-486E-B17D-352E101C4223}" dt="2025-05-29T22:38:26.012" v="1807" actId="478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2:37:59.555" v="1805" actId="1076"/>
          <ac:spMkLst>
            <pc:docMk/>
            <pc:sldMk cId="2561255915" sldId="259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5" creationId="{803EE0D3-3CD5-6CF0-3A7B-013A96C8F2A0}"/>
          </ac:spMkLst>
        </pc:spChg>
        <pc:spChg chg="del mod">
          <ac:chgData name="Thampi, Rohan" userId="684917c9-6abc-4a73-8a06-f5e465c0fcde" providerId="ADAL" clId="{04D104CD-1F9F-486E-B17D-352E101C4223}" dt="2025-05-29T22:38:28.284" v="1808" actId="478"/>
          <ac:spMkLst>
            <pc:docMk/>
            <pc:sldMk cId="2561255915" sldId="259"/>
            <ac:spMk id="6" creationId="{D4592556-5E52-F293-655F-A25EF07B6A03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7" creationId="{EAE077CE-2C97-6746-BE74-B8EBEF1564AD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9" creationId="{E958EBD1-6A53-35A2-F4BD-861DD9D6A745}"/>
          </ac:spMkLst>
        </pc:spChg>
        <pc:spChg chg="add del mod">
          <ac:chgData name="Thampi, Rohan" userId="684917c9-6abc-4a73-8a06-f5e465c0fcde" providerId="ADAL" clId="{04D104CD-1F9F-486E-B17D-352E101C4223}" dt="2025-05-29T22:04:50.840" v="497" actId="478"/>
          <ac:spMkLst>
            <pc:docMk/>
            <pc:sldMk cId="2561255915" sldId="259"/>
            <ac:spMk id="10" creationId="{4271D237-3BE2-3B52-729C-992D99E291EA}"/>
          </ac:spMkLst>
        </pc:spChg>
        <pc:spChg chg="add del mod">
          <ac:chgData name="Thampi, Rohan" userId="684917c9-6abc-4a73-8a06-f5e465c0fcde" providerId="ADAL" clId="{04D104CD-1F9F-486E-B17D-352E101C4223}" dt="2025-05-29T22:04:56.448" v="499" actId="478"/>
          <ac:spMkLst>
            <pc:docMk/>
            <pc:sldMk cId="2561255915" sldId="259"/>
            <ac:spMk id="11" creationId="{FCC28805-85AC-7DF3-4A3A-43706D9565D0}"/>
          </ac:spMkLst>
        </pc:spChg>
        <pc:spChg chg="add">
          <ac:chgData name="Thampi, Rohan" userId="684917c9-6abc-4a73-8a06-f5e465c0fcde" providerId="ADAL" clId="{04D104CD-1F9F-486E-B17D-352E101C4223}" dt="2025-05-29T22:11:09.675" v="880"/>
          <ac:spMkLst>
            <pc:docMk/>
            <pc:sldMk cId="2561255915" sldId="259"/>
            <ac:spMk id="13" creationId="{2CCFBB05-2901-3703-BE48-E90B652A6EA1}"/>
          </ac:spMkLst>
        </pc:spChg>
        <pc:spChg chg="add del mod">
          <ac:chgData name="Thampi, Rohan" userId="684917c9-6abc-4a73-8a06-f5e465c0fcde" providerId="ADAL" clId="{04D104CD-1F9F-486E-B17D-352E101C4223}" dt="2025-05-29T22:32:34.155" v="1491" actId="478"/>
          <ac:spMkLst>
            <pc:docMk/>
            <pc:sldMk cId="2561255915" sldId="259"/>
            <ac:spMk id="18" creationId="{4FB31C47-A588-E8F3-9011-B74DF9C9ECAB}"/>
          </ac:spMkLst>
        </pc:spChg>
        <pc:spChg chg="add del">
          <ac:chgData name="Thampi, Rohan" userId="684917c9-6abc-4a73-8a06-f5e465c0fcde" providerId="ADAL" clId="{04D104CD-1F9F-486E-B17D-352E101C4223}" dt="2025-05-29T22:32:42.201" v="1493" actId="22"/>
          <ac:spMkLst>
            <pc:docMk/>
            <pc:sldMk cId="2561255915" sldId="259"/>
            <ac:spMk id="20" creationId="{AAC07B77-CA5E-214A-BA84-EAA9DAEF9E1E}"/>
          </ac:spMkLst>
        </pc:spChg>
        <pc:spChg chg="add del">
          <ac:chgData name="Thampi, Rohan" userId="684917c9-6abc-4a73-8a06-f5e465c0fcde" providerId="ADAL" clId="{04D104CD-1F9F-486E-B17D-352E101C4223}" dt="2025-05-29T22:32:43.634" v="1495" actId="22"/>
          <ac:spMkLst>
            <pc:docMk/>
            <pc:sldMk cId="2561255915" sldId="259"/>
            <ac:spMk id="22" creationId="{D4694348-AAEA-F1EB-1315-781C47B5C9D8}"/>
          </ac:spMkLst>
        </pc:spChg>
        <pc:spChg chg="add mod">
          <ac:chgData name="Thampi, Rohan" userId="684917c9-6abc-4a73-8a06-f5e465c0fcde" providerId="ADAL" clId="{04D104CD-1F9F-486E-B17D-352E101C4223}" dt="2025-05-29T23:13:44.804" v="2494" actId="1076"/>
          <ac:spMkLst>
            <pc:docMk/>
            <pc:sldMk cId="2561255915" sldId="259"/>
            <ac:spMk id="24" creationId="{5A6C5DBB-33FC-917D-7D3C-B95A5DB36536}"/>
          </ac:spMkLst>
        </pc:spChg>
        <pc:spChg chg="add del mod">
          <ac:chgData name="Thampi, Rohan" userId="684917c9-6abc-4a73-8a06-f5e465c0fcde" providerId="ADAL" clId="{04D104CD-1F9F-486E-B17D-352E101C4223}" dt="2025-05-29T22:41:01.946" v="1820" actId="478"/>
          <ac:spMkLst>
            <pc:docMk/>
            <pc:sldMk cId="2561255915" sldId="259"/>
            <ac:spMk id="25" creationId="{94C49FF4-293C-0801-FEDD-14BC981CAF87}"/>
          </ac:spMkLst>
        </pc:spChg>
        <pc:spChg chg="add mod">
          <ac:chgData name="Thampi, Rohan" userId="684917c9-6abc-4a73-8a06-f5e465c0fcde" providerId="ADAL" clId="{04D104CD-1F9F-486E-B17D-352E101C4223}" dt="2025-05-29T23:13:30.411" v="2492" actId="255"/>
          <ac:spMkLst>
            <pc:docMk/>
            <pc:sldMk cId="2561255915" sldId="259"/>
            <ac:spMk id="37" creationId="{AA5FA72C-E8F6-9A0F-A084-2079C4D3550B}"/>
          </ac:spMkLst>
        </pc:spChg>
        <pc:grpChg chg="add del mod">
          <ac:chgData name="Thampi, Rohan" userId="684917c9-6abc-4a73-8a06-f5e465c0fcde" providerId="ADAL" clId="{04D104CD-1F9F-486E-B17D-352E101C4223}" dt="2025-05-29T22:38:28.284" v="1808" actId="478"/>
          <ac:grpSpMkLst>
            <pc:docMk/>
            <pc:sldMk cId="2561255915" sldId="259"/>
            <ac:grpSpMk id="16" creationId="{3D2397D6-C145-E9DF-D3A5-868F326924B1}"/>
          </ac:grpSpMkLst>
        </pc:grpChg>
        <pc:picChg chg="add del mod">
          <ac:chgData name="Thampi, Rohan" userId="684917c9-6abc-4a73-8a06-f5e465c0fcde" providerId="ADAL" clId="{04D104CD-1F9F-486E-B17D-352E101C4223}" dt="2025-05-29T22:04:52.338" v="498" actId="478"/>
          <ac:picMkLst>
            <pc:docMk/>
            <pc:sldMk cId="2561255915" sldId="259"/>
            <ac:picMk id="12" creationId="{426F469A-A4F7-02AE-7832-0951CC4D04E5}"/>
          </ac:picMkLst>
        </pc:picChg>
        <pc:picChg chg="add del mod">
          <ac:chgData name="Thampi, Rohan" userId="684917c9-6abc-4a73-8a06-f5e465c0fcde" providerId="ADAL" clId="{04D104CD-1F9F-486E-B17D-352E101C4223}" dt="2025-05-29T22:28:24.842" v="1335" actId="478"/>
          <ac:picMkLst>
            <pc:docMk/>
            <pc:sldMk cId="2561255915" sldId="259"/>
            <ac:picMk id="14" creationId="{B0BA39AF-BF20-3D6F-B3AF-FCDDE3D56EE8}"/>
          </ac:picMkLst>
        </pc:picChg>
        <pc:picChg chg="add mod">
          <ac:chgData name="Thampi, Rohan" userId="684917c9-6abc-4a73-8a06-f5e465c0fcde" providerId="ADAL" clId="{04D104CD-1F9F-486E-B17D-352E101C4223}" dt="2025-05-29T22:32:46.764" v="1497" actId="1076"/>
          <ac:picMkLst>
            <pc:docMk/>
            <pc:sldMk cId="2561255915" sldId="259"/>
            <ac:picMk id="15" creationId="{5E26BDF8-DD2D-7475-4419-1C054BE229CD}"/>
          </ac:picMkLst>
        </pc:picChg>
        <pc:picChg chg="add del mod">
          <ac:chgData name="Thampi, Rohan" userId="684917c9-6abc-4a73-8a06-f5e465c0fcde" providerId="ADAL" clId="{04D104CD-1F9F-486E-B17D-352E101C4223}" dt="2025-05-29T22:49:28.147" v="1987" actId="478"/>
          <ac:picMkLst>
            <pc:docMk/>
            <pc:sldMk cId="2561255915" sldId="259"/>
            <ac:picMk id="27" creationId="{2071FECA-8068-3A5E-E669-2BED32D1273F}"/>
          </ac:picMkLst>
        </pc:picChg>
        <pc:picChg chg="add del mod">
          <ac:chgData name="Thampi, Rohan" userId="684917c9-6abc-4a73-8a06-f5e465c0fcde" providerId="ADAL" clId="{04D104CD-1F9F-486E-B17D-352E101C4223}" dt="2025-05-29T22:57:35.833" v="2110" actId="478"/>
          <ac:picMkLst>
            <pc:docMk/>
            <pc:sldMk cId="2561255915" sldId="259"/>
            <ac:picMk id="29" creationId="{C98A53DA-9A60-6D77-037F-6DA990A6C6CE}"/>
          </ac:picMkLst>
        </pc:picChg>
        <pc:picChg chg="add mod modCrop">
          <ac:chgData name="Thampi, Rohan" userId="684917c9-6abc-4a73-8a06-f5e465c0fcde" providerId="ADAL" clId="{04D104CD-1F9F-486E-B17D-352E101C4223}" dt="2025-05-29T22:59:28.791" v="2148" actId="14100"/>
          <ac:picMkLst>
            <pc:docMk/>
            <pc:sldMk cId="2561255915" sldId="259"/>
            <ac:picMk id="31" creationId="{9F9EA50D-DC68-A718-DD63-2EE7B82F1404}"/>
          </ac:picMkLst>
        </pc:picChg>
        <pc:picChg chg="add mod">
          <ac:chgData name="Thampi, Rohan" userId="684917c9-6abc-4a73-8a06-f5e465c0fcde" providerId="ADAL" clId="{04D104CD-1F9F-486E-B17D-352E101C4223}" dt="2025-05-29T22:57:07.648" v="2109" actId="1037"/>
          <ac:picMkLst>
            <pc:docMk/>
            <pc:sldMk cId="2561255915" sldId="259"/>
            <ac:picMk id="33" creationId="{A0BE384F-DC3A-3D45-5C60-6653F0C3B481}"/>
          </ac:picMkLst>
        </pc:picChg>
        <pc:picChg chg="add del mod">
          <ac:chgData name="Thampi, Rohan" userId="684917c9-6abc-4a73-8a06-f5e465c0fcde" providerId="ADAL" clId="{04D104CD-1F9F-486E-B17D-352E101C4223}" dt="2025-05-29T22:58:51.224" v="2118" actId="478"/>
          <ac:picMkLst>
            <pc:docMk/>
            <pc:sldMk cId="2561255915" sldId="259"/>
            <ac:picMk id="35" creationId="{227461D0-F205-343B-72C5-4DE6924A920D}"/>
          </ac:picMkLst>
        </pc:picChg>
        <pc:picChg chg="add mod">
          <ac:chgData name="Thampi, Rohan" userId="684917c9-6abc-4a73-8a06-f5e465c0fcde" providerId="ADAL" clId="{04D104CD-1F9F-486E-B17D-352E101C4223}" dt="2025-05-29T22:59:09.208" v="2141" actId="1036"/>
          <ac:picMkLst>
            <pc:docMk/>
            <pc:sldMk cId="2561255915" sldId="259"/>
            <ac:picMk id="39" creationId="{43D2D263-1C88-DFD5-398E-193B8E27E7F2}"/>
          </ac:picMkLst>
        </pc:picChg>
        <pc:picChg chg="add mod">
          <ac:chgData name="Thampi, Rohan" userId="684917c9-6abc-4a73-8a06-f5e465c0fcde" providerId="ADAL" clId="{04D104CD-1F9F-486E-B17D-352E101C4223}" dt="2025-05-29T22:59:23.722" v="2147" actId="1037"/>
          <ac:picMkLst>
            <pc:docMk/>
            <pc:sldMk cId="2561255915" sldId="259"/>
            <ac:picMk id="41" creationId="{AEE0072B-0C6A-58A4-6532-379DE2E97F21}"/>
          </ac:picMkLst>
        </pc:picChg>
        <pc:picChg chg="del">
          <ac:chgData name="Thampi, Rohan" userId="684917c9-6abc-4a73-8a06-f5e465c0fcde" providerId="ADAL" clId="{04D104CD-1F9F-486E-B17D-352E101C4223}" dt="2025-05-29T21:57:42.232" v="324" actId="478"/>
          <ac:picMkLst>
            <pc:docMk/>
            <pc:sldMk cId="2561255915" sldId="259"/>
            <ac:picMk id="1026" creationId="{22ED3451-6AAD-1707-35FA-C1985953D187}"/>
          </ac:picMkLst>
        </pc:picChg>
        <pc:picChg chg="add del mod">
          <ac:chgData name="Thampi, Rohan" userId="684917c9-6abc-4a73-8a06-f5e465c0fcde" providerId="ADAL" clId="{04D104CD-1F9F-486E-B17D-352E101C4223}" dt="2025-05-29T22:24:13.953" v="1105" actId="478"/>
          <ac:picMkLst>
            <pc:docMk/>
            <pc:sldMk cId="2561255915" sldId="259"/>
            <ac:picMk id="1030" creationId="{1896FCCF-6B6B-F5F0-9ABB-4F08902C0E13}"/>
          </ac:picMkLst>
        </pc:picChg>
        <pc:picChg chg="add mod">
          <ac:chgData name="Thampi, Rohan" userId="684917c9-6abc-4a73-8a06-f5e465c0fcde" providerId="ADAL" clId="{04D104CD-1F9F-486E-B17D-352E101C4223}" dt="2025-05-29T22:32:46.764" v="1497" actId="1076"/>
          <ac:picMkLst>
            <pc:docMk/>
            <pc:sldMk cId="2561255915" sldId="259"/>
            <ac:picMk id="1032" creationId="{E88EF2AD-5972-A920-1094-4DD04DFA0EDA}"/>
          </ac:picMkLst>
        </pc:picChg>
        <pc:picChg chg="add mod">
          <ac:chgData name="Thampi, Rohan" userId="684917c9-6abc-4a73-8a06-f5e465c0fcde" providerId="ADAL" clId="{04D104CD-1F9F-486E-B17D-352E101C4223}" dt="2025-05-29T23:00:57.826" v="2185" actId="1036"/>
          <ac:picMkLst>
            <pc:docMk/>
            <pc:sldMk cId="2561255915" sldId="259"/>
            <ac:picMk id="1034" creationId="{C5B7B3E2-B421-70D0-4BC8-134513151055}"/>
          </ac:picMkLst>
        </pc:picChg>
        <pc:picChg chg="add mod">
          <ac:chgData name="Thampi, Rohan" userId="684917c9-6abc-4a73-8a06-f5e465c0fcde" providerId="ADAL" clId="{04D104CD-1F9F-486E-B17D-352E101C4223}" dt="2025-05-29T22:57:07.648" v="2109" actId="1037"/>
          <ac:picMkLst>
            <pc:docMk/>
            <pc:sldMk cId="2561255915" sldId="259"/>
            <ac:picMk id="1036" creationId="{20E43CB0-40C8-5021-8150-C3694CD2C304}"/>
          </ac:picMkLst>
        </pc:picChg>
        <pc:cxnChg chg="mod">
          <ac:chgData name="Thampi, Rohan" userId="684917c9-6abc-4a73-8a06-f5e465c0fcde" providerId="ADAL" clId="{04D104CD-1F9F-486E-B17D-352E101C4223}" dt="2025-05-29T21:55:08.188" v="323" actId="208"/>
          <ac:cxnSpMkLst>
            <pc:docMk/>
            <pc:sldMk cId="2561255915" sldId="259"/>
            <ac:cxnSpMk id="3" creationId="{10AA8A3E-699A-75C0-0BC6-D7E0DC3BD042}"/>
          </ac:cxnSpMkLst>
        </pc:cxnChg>
      </pc:sldChg>
      <pc:sldChg chg="del">
        <pc:chgData name="Thampi, Rohan" userId="684917c9-6abc-4a73-8a06-f5e465c0fcde" providerId="ADAL" clId="{04D104CD-1F9F-486E-B17D-352E101C4223}" dt="2025-05-29T23:14:33.215" v="2559" actId="47"/>
        <pc:sldMkLst>
          <pc:docMk/>
          <pc:sldMk cId="330577157" sldId="272"/>
        </pc:sldMkLst>
      </pc:sldChg>
      <pc:sldChg chg="del">
        <pc:chgData name="Thampi, Rohan" userId="684917c9-6abc-4a73-8a06-f5e465c0fcde" providerId="ADAL" clId="{04D104CD-1F9F-486E-B17D-352E101C4223}" dt="2025-05-29T23:12:46.210" v="2489" actId="47"/>
        <pc:sldMkLst>
          <pc:docMk/>
          <pc:sldMk cId="3928561860" sldId="273"/>
        </pc:sldMkLst>
      </pc:sldChg>
      <pc:sldChg chg="addSp delSp modSp mod">
        <pc:chgData name="Thampi, Rohan" userId="684917c9-6abc-4a73-8a06-f5e465c0fcde" providerId="ADAL" clId="{04D104CD-1F9F-486E-B17D-352E101C4223}" dt="2025-05-29T23:21:25.175" v="2723" actId="20577"/>
        <pc:sldMkLst>
          <pc:docMk/>
          <pc:sldMk cId="2230611167" sldId="274"/>
        </pc:sldMkLst>
        <pc:spChg chg="mod">
          <ac:chgData name="Thampi, Rohan" userId="684917c9-6abc-4a73-8a06-f5e465c0fcde" providerId="ADAL" clId="{04D104CD-1F9F-486E-B17D-352E101C4223}" dt="2025-05-29T23:20:41.804" v="2713" actId="113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21:25.175" v="2723" actId="20577"/>
          <ac:spMkLst>
            <pc:docMk/>
            <pc:sldMk cId="2230611167" sldId="274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17:56.181" v="2607" actId="22"/>
          <ac:spMkLst>
            <pc:docMk/>
            <pc:sldMk cId="2230611167" sldId="274"/>
            <ac:spMk id="7" creationId="{020C61AE-BE13-F4D0-C884-5B8E332B2701}"/>
          </ac:spMkLst>
        </pc:spChg>
        <pc:spChg chg="add mod">
          <ac:chgData name="Thampi, Rohan" userId="684917c9-6abc-4a73-8a06-f5e465c0fcde" providerId="ADAL" clId="{04D104CD-1F9F-486E-B17D-352E101C4223}" dt="2025-05-29T23:21:11.525" v="2721" actId="1076"/>
          <ac:spMkLst>
            <pc:docMk/>
            <pc:sldMk cId="2230611167" sldId="274"/>
            <ac:spMk id="9" creationId="{FBDD91CB-65EA-7B22-0CD0-FD38D23101F1}"/>
          </ac:spMkLst>
        </pc:spChg>
        <pc:spChg chg="add mod">
          <ac:chgData name="Thampi, Rohan" userId="684917c9-6abc-4a73-8a06-f5e465c0fcde" providerId="ADAL" clId="{04D104CD-1F9F-486E-B17D-352E101C4223}" dt="2025-05-29T23:20:54.889" v="2716" actId="1076"/>
          <ac:spMkLst>
            <pc:docMk/>
            <pc:sldMk cId="2230611167" sldId="274"/>
            <ac:spMk id="10" creationId="{4B4B3B99-D916-6B03-B914-39148E10FFEA}"/>
          </ac:spMkLst>
        </pc:spChg>
        <pc:picChg chg="add mod">
          <ac:chgData name="Thampi, Rohan" userId="684917c9-6abc-4a73-8a06-f5e465c0fcde" providerId="ADAL" clId="{04D104CD-1F9F-486E-B17D-352E101C4223}" dt="2025-05-29T23:20:57.820" v="2717" actId="1076"/>
          <ac:picMkLst>
            <pc:docMk/>
            <pc:sldMk cId="2230611167" sldId="274"/>
            <ac:picMk id="4098" creationId="{65975076-6A2E-2533-6E11-BBE2BE833E35}"/>
          </ac:picMkLst>
        </pc:picChg>
        <pc:picChg chg="add mod">
          <ac:chgData name="Thampi, Rohan" userId="684917c9-6abc-4a73-8a06-f5e465c0fcde" providerId="ADAL" clId="{04D104CD-1F9F-486E-B17D-352E101C4223}" dt="2025-05-29T23:21:15.477" v="2722" actId="14100"/>
          <ac:picMkLst>
            <pc:docMk/>
            <pc:sldMk cId="2230611167" sldId="274"/>
            <ac:picMk id="4100" creationId="{83A1C699-E95E-1425-E332-38A064B86209}"/>
          </ac:picMkLst>
        </pc:picChg>
        <pc:cxnChg chg="del">
          <ac:chgData name="Thampi, Rohan" userId="684917c9-6abc-4a73-8a06-f5e465c0fcde" providerId="ADAL" clId="{04D104CD-1F9F-486E-B17D-352E101C4223}" dt="2025-05-29T23:16:46.510" v="2584" actId="478"/>
          <ac:cxnSpMkLst>
            <pc:docMk/>
            <pc:sldMk cId="2230611167" sldId="274"/>
            <ac:cxnSpMk id="3" creationId="{627D734F-376E-9F9A-8FB9-DE26F6FEFF33}"/>
          </ac:cxnSpMkLst>
        </pc:cxnChg>
        <pc:cxnChg chg="add mod">
          <ac:chgData name="Thampi, Rohan" userId="684917c9-6abc-4a73-8a06-f5e465c0fcde" providerId="ADAL" clId="{04D104CD-1F9F-486E-B17D-352E101C4223}" dt="2025-05-29T23:16:46.949" v="2585"/>
          <ac:cxnSpMkLst>
            <pc:docMk/>
            <pc:sldMk cId="2230611167" sldId="274"/>
            <ac:cxnSpMk id="5" creationId="{81E83C56-75B7-D11C-2447-B929F96D0951}"/>
          </ac:cxnSpMkLst>
        </pc:cxnChg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683091638" sldId="275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260920264" sldId="276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776898968" sldId="278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4190792042" sldId="279"/>
        </pc:sldMkLst>
      </pc:sldChg>
      <pc:sldChg chg="modSp mod">
        <pc:chgData name="Thampi, Rohan" userId="684917c9-6abc-4a73-8a06-f5e465c0fcde" providerId="ADAL" clId="{04D104CD-1F9F-486E-B17D-352E101C4223}" dt="2025-05-30T01:05:00.208" v="4956" actId="14838"/>
        <pc:sldMkLst>
          <pc:docMk/>
          <pc:sldMk cId="3427730945" sldId="280"/>
        </pc:sldMkLst>
        <pc:spChg chg="mod">
          <ac:chgData name="Thampi, Rohan" userId="684917c9-6abc-4a73-8a06-f5e465c0fcde" providerId="ADAL" clId="{04D104CD-1F9F-486E-B17D-352E101C4223}" dt="2025-05-30T01:05:00.208" v="4956" actId="14838"/>
          <ac:spMkLst>
            <pc:docMk/>
            <pc:sldMk cId="3427730945" sldId="280"/>
            <ac:spMk id="2" creationId="{1CE979DD-8DBC-3C13-D97C-0091300F4EFE}"/>
          </ac:spMkLst>
        </pc:spChg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884030069" sldId="282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68686879" sldId="283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210761658" sldId="284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1446698052" sldId="285"/>
        </pc:sldMkLst>
      </pc:sldChg>
      <pc:sldChg chg="del">
        <pc:chgData name="Thampi, Rohan" userId="684917c9-6abc-4a73-8a06-f5e465c0fcde" providerId="ADAL" clId="{04D104CD-1F9F-486E-B17D-352E101C4223}" dt="2025-05-29T23:32:53.196" v="3210" actId="47"/>
        <pc:sldMkLst>
          <pc:docMk/>
          <pc:sldMk cId="3508582892" sldId="286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1546865958" sldId="287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3375634776" sldId="288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4078706140" sldId="289"/>
        </pc:sldMkLst>
      </pc:sldChg>
      <pc:sldChg chg="del">
        <pc:chgData name="Thampi, Rohan" userId="684917c9-6abc-4a73-8a06-f5e465c0fcde" providerId="ADAL" clId="{04D104CD-1F9F-486E-B17D-352E101C4223}" dt="2025-05-30T00:24:38.614" v="4332" actId="47"/>
        <pc:sldMkLst>
          <pc:docMk/>
          <pc:sldMk cId="2915428213" sldId="290"/>
        </pc:sldMkLst>
      </pc:sldChg>
      <pc:sldChg chg="addSp delSp modSp mod modAnim">
        <pc:chgData name="Thampi, Rohan" userId="684917c9-6abc-4a73-8a06-f5e465c0fcde" providerId="ADAL" clId="{04D104CD-1F9F-486E-B17D-352E101C4223}" dt="2025-05-30T00:56:13.247" v="4824" actId="1036"/>
        <pc:sldMkLst>
          <pc:docMk/>
          <pc:sldMk cId="530389846" sldId="291"/>
        </pc:sldMkLst>
        <pc:spChg chg="mod">
          <ac:chgData name="Thampi, Rohan" userId="684917c9-6abc-4a73-8a06-f5e465c0fcde" providerId="ADAL" clId="{04D104CD-1F9F-486E-B17D-352E101C4223}" dt="2025-05-30T00:42:41.836" v="4655" actId="20577"/>
          <ac:spMkLst>
            <pc:docMk/>
            <pc:sldMk cId="530389846" sldId="291"/>
            <ac:spMk id="4" creationId="{4E5542D2-2ABA-C41C-7666-9132821C12BB}"/>
          </ac:spMkLst>
        </pc:spChg>
        <pc:spChg chg="del mod">
          <ac:chgData name="Thampi, Rohan" userId="684917c9-6abc-4a73-8a06-f5e465c0fcde" providerId="ADAL" clId="{04D104CD-1F9F-486E-B17D-352E101C4223}" dt="2025-05-30T00:42:52.534" v="4658"/>
          <ac:spMkLst>
            <pc:docMk/>
            <pc:sldMk cId="530389846" sldId="291"/>
            <ac:spMk id="21" creationId="{7DEBFE66-B64D-3188-2577-AC07C4909995}"/>
          </ac:spMkLst>
        </pc:spChg>
        <pc:spChg chg="add mod">
          <ac:chgData name="Thampi, Rohan" userId="684917c9-6abc-4a73-8a06-f5e465c0fcde" providerId="ADAL" clId="{04D104CD-1F9F-486E-B17D-352E101C4223}" dt="2025-05-30T00:49:03.273" v="4778" actId="1076"/>
          <ac:spMkLst>
            <pc:docMk/>
            <pc:sldMk cId="530389846" sldId="291"/>
            <ac:spMk id="22" creationId="{A11C01DB-9D35-5664-82FE-B0CFE41ADE26}"/>
          </ac:spMkLst>
        </pc:spChg>
        <pc:spChg chg="add mod">
          <ac:chgData name="Thampi, Rohan" userId="684917c9-6abc-4a73-8a06-f5e465c0fcde" providerId="ADAL" clId="{04D104CD-1F9F-486E-B17D-352E101C4223}" dt="2025-05-30T00:49:07.923" v="4779" actId="1076"/>
          <ac:spMkLst>
            <pc:docMk/>
            <pc:sldMk cId="530389846" sldId="291"/>
            <ac:spMk id="24" creationId="{B0C5CBEF-578F-52C7-56AF-6F146FB6A055}"/>
          </ac:spMkLst>
        </pc:spChg>
        <pc:spChg chg="add mod">
          <ac:chgData name="Thampi, Rohan" userId="684917c9-6abc-4a73-8a06-f5e465c0fcde" providerId="ADAL" clId="{04D104CD-1F9F-486E-B17D-352E101C4223}" dt="2025-05-30T00:48:58.612" v="4777" actId="1037"/>
          <ac:spMkLst>
            <pc:docMk/>
            <pc:sldMk cId="530389846" sldId="291"/>
            <ac:spMk id="26" creationId="{A2559E59-134D-E045-8457-0B7436A10AC1}"/>
          </ac:spMkLst>
        </pc:s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04D104CD-1F9F-486E-B17D-352E101C4223}" dt="2025-05-30T00:46:32.431" v="4736" actId="478"/>
          <ac:grpSpMkLst>
            <pc:docMk/>
            <pc:sldMk cId="530389846" sldId="291"/>
            <ac:grpSpMk id="20" creationId="{F5756F58-CAC2-3990-5891-4F1339299DAC}"/>
          </ac:grpSpMkLst>
        </pc:grpChg>
        <pc:picChg chg="add mod">
          <ac:chgData name="Thampi, Rohan" userId="684917c9-6abc-4a73-8a06-f5e465c0fcde" providerId="ADAL" clId="{04D104CD-1F9F-486E-B17D-352E101C4223}" dt="2025-05-30T00:48:30.126" v="4764" actId="1038"/>
          <ac:picMkLst>
            <pc:docMk/>
            <pc:sldMk cId="530389846" sldId="291"/>
            <ac:picMk id="2" creationId="{E03E0D52-6AEF-8899-D56B-D7E0D6534358}"/>
          </ac:picMkLst>
        </pc:picChg>
        <pc:picChg chg="add mod">
          <ac:chgData name="Thampi, Rohan" userId="684917c9-6abc-4a73-8a06-f5e465c0fcde" providerId="ADAL" clId="{04D104CD-1F9F-486E-B17D-352E101C4223}" dt="2025-05-30T00:49:21.576" v="4785" actId="167"/>
          <ac:picMkLst>
            <pc:docMk/>
            <pc:sldMk cId="530389846" sldId="291"/>
            <ac:picMk id="23" creationId="{7E3724D2-DD94-3FD3-51F1-BFA05AAD4715}"/>
          </ac:picMkLst>
        </pc:picChg>
        <pc:picChg chg="add mod">
          <ac:chgData name="Thampi, Rohan" userId="684917c9-6abc-4a73-8a06-f5e465c0fcde" providerId="ADAL" clId="{04D104CD-1F9F-486E-B17D-352E101C4223}" dt="2025-05-30T00:48:52.113" v="4768" actId="1036"/>
          <ac:picMkLst>
            <pc:docMk/>
            <pc:sldMk cId="530389846" sldId="291"/>
            <ac:picMk id="25" creationId="{54FFF187-C52F-D2B8-EF98-3E46B833E686}"/>
          </ac:picMkLst>
        </pc:picChg>
        <pc:picChg chg="add mod">
          <ac:chgData name="Thampi, Rohan" userId="684917c9-6abc-4a73-8a06-f5e465c0fcde" providerId="ADAL" clId="{04D104CD-1F9F-486E-B17D-352E101C4223}" dt="2025-05-30T00:56:13.247" v="4824" actId="1036"/>
          <ac:picMkLst>
            <pc:docMk/>
            <pc:sldMk cId="530389846" sldId="291"/>
            <ac:picMk id="12290" creationId="{18C5403E-AA01-6BC1-A8EA-12735504B426}"/>
          </ac:picMkLst>
        </pc:picChg>
        <pc:picChg chg="mod">
          <ac:chgData name="Thampi, Rohan" userId="684917c9-6abc-4a73-8a06-f5e465c0fcde" providerId="ADAL" clId="{04D104CD-1F9F-486E-B17D-352E101C4223}" dt="2025-05-30T00:55:56.831" v="4822" actId="1036"/>
          <ac:picMkLst>
            <pc:docMk/>
            <pc:sldMk cId="530389846" sldId="291"/>
            <ac:picMk id="17412" creationId="{FED47D56-73F3-FAB6-2F88-3CFAAFAAC54F}"/>
          </ac:picMkLst>
        </pc:picChg>
        <pc:cxnChg chg="del">
          <ac:chgData name="Thampi, Rohan" userId="684917c9-6abc-4a73-8a06-f5e465c0fcde" providerId="ADAL" clId="{04D104CD-1F9F-486E-B17D-352E101C4223}" dt="2025-05-30T00:49:59.243" v="4789" actId="478"/>
          <ac:cxnSpMkLst>
            <pc:docMk/>
            <pc:sldMk cId="530389846" sldId="291"/>
            <ac:cxnSpMk id="3" creationId="{5D39E177-BF84-874F-D522-CFD07A013768}"/>
          </ac:cxnSpMkLst>
        </pc:cxnChg>
        <pc:cxnChg chg="add mod">
          <ac:chgData name="Thampi, Rohan" userId="684917c9-6abc-4a73-8a06-f5e465c0fcde" providerId="ADAL" clId="{04D104CD-1F9F-486E-B17D-352E101C4223}" dt="2025-05-30T00:49:59.711" v="4790"/>
          <ac:cxnSpMkLst>
            <pc:docMk/>
            <pc:sldMk cId="530389846" sldId="291"/>
            <ac:cxnSpMk id="27" creationId="{7ACD642E-D6A4-E7B8-05B6-18156C07113D}"/>
          </ac:cxnSpMkLst>
        </pc:cxnChg>
      </pc:sldChg>
      <pc:sldChg chg="addSp delSp modSp del mod">
        <pc:chgData name="Thampi, Rohan" userId="684917c9-6abc-4a73-8a06-f5e465c0fcde" providerId="ADAL" clId="{04D104CD-1F9F-486E-B17D-352E101C4223}" dt="2025-05-30T00:50:18.431" v="4796" actId="47"/>
        <pc:sldMkLst>
          <pc:docMk/>
          <pc:sldMk cId="2565493616" sldId="292"/>
        </pc:sldMkLst>
        <pc:spChg chg="del mod">
          <ac:chgData name="Thampi, Rohan" userId="684917c9-6abc-4a73-8a06-f5e465c0fcde" providerId="ADAL" clId="{04D104CD-1F9F-486E-B17D-352E101C4223}" dt="2025-05-30T00:50:11.985" v="4795"/>
          <ac:spMkLst>
            <pc:docMk/>
            <pc:sldMk cId="2565493616" sldId="292"/>
            <ac:spMk id="21" creationId="{7DEBFE66-B64D-3188-2577-AC07C4909995}"/>
          </ac:spMkLst>
        </pc:spChg>
        <pc:cxnChg chg="add mod">
          <ac:chgData name="Thampi, Rohan" userId="684917c9-6abc-4a73-8a06-f5e465c0fcde" providerId="ADAL" clId="{04D104CD-1F9F-486E-B17D-352E101C4223}" dt="2025-05-30T00:50:07.777" v="4792"/>
          <ac:cxnSpMkLst>
            <pc:docMk/>
            <pc:sldMk cId="2565493616" sldId="292"/>
            <ac:cxnSpMk id="2" creationId="{194D55BA-397B-4EFD-D33F-92D7B3AAD615}"/>
          </ac:cxnSpMkLst>
        </pc:cxnChg>
        <pc:cxnChg chg="del">
          <ac:chgData name="Thampi, Rohan" userId="684917c9-6abc-4a73-8a06-f5e465c0fcde" providerId="ADAL" clId="{04D104CD-1F9F-486E-B17D-352E101C4223}" dt="2025-05-30T00:50:07.452" v="4791" actId="478"/>
          <ac:cxnSpMkLst>
            <pc:docMk/>
            <pc:sldMk cId="2565493616" sldId="292"/>
            <ac:cxnSpMk id="3" creationId="{5D39E177-BF84-874F-D522-CFD07A013768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29T22:31:00.524" v="1444" actId="1038"/>
        <pc:sldMkLst>
          <pc:docMk/>
          <pc:sldMk cId="2755557927" sldId="293"/>
        </pc:sldMkLst>
        <pc:spChg chg="del">
          <ac:chgData name="Thampi, Rohan" userId="684917c9-6abc-4a73-8a06-f5e465c0fcde" providerId="ADAL" clId="{04D104CD-1F9F-486E-B17D-352E101C4223}" dt="2025-05-29T22:02:27.534" v="394" actId="478"/>
          <ac:spMkLst>
            <pc:docMk/>
            <pc:sldMk cId="2755557927" sldId="293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5" creationId="{803EE0D3-3CD5-6CF0-3A7B-013A96C8F2A0}"/>
          </ac:spMkLst>
        </pc:spChg>
        <pc:spChg chg="del">
          <ac:chgData name="Thampi, Rohan" userId="684917c9-6abc-4a73-8a06-f5e465c0fcde" providerId="ADAL" clId="{04D104CD-1F9F-486E-B17D-352E101C4223}" dt="2025-05-29T22:02:32.615" v="396" actId="478"/>
          <ac:spMkLst>
            <pc:docMk/>
            <pc:sldMk cId="2755557927" sldId="293"/>
            <ac:spMk id="6" creationId="{D4592556-5E52-F293-655F-A25EF07B6A03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7" creationId="{EAE077CE-2C97-6746-BE74-B8EBEF1564AD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9" creationId="{E958EBD1-6A53-35A2-F4BD-861DD9D6A745}"/>
          </ac:spMkLst>
        </pc:spChg>
        <pc:spChg chg="mod">
          <ac:chgData name="Thampi, Rohan" userId="684917c9-6abc-4a73-8a06-f5e465c0fcde" providerId="ADAL" clId="{04D104CD-1F9F-486E-B17D-352E101C4223}" dt="2025-05-29T22:31:00.524" v="1444" actId="1038"/>
          <ac:spMkLst>
            <pc:docMk/>
            <pc:sldMk cId="2755557927" sldId="293"/>
            <ac:spMk id="10" creationId="{4271D237-3BE2-3B52-729C-992D99E291EA}"/>
          </ac:spMkLst>
        </pc:spChg>
        <pc:spChg chg="mod">
          <ac:chgData name="Thampi, Rohan" userId="684917c9-6abc-4a73-8a06-f5e465c0fcde" providerId="ADAL" clId="{04D104CD-1F9F-486E-B17D-352E101C4223}" dt="2025-05-29T22:30:51.832" v="1436" actId="1076"/>
          <ac:spMkLst>
            <pc:docMk/>
            <pc:sldMk cId="2755557927" sldId="293"/>
            <ac:spMk id="11" creationId="{FCC28805-85AC-7DF3-4A3A-43706D9565D0}"/>
          </ac:spMkLst>
        </pc:spChg>
        <pc:spChg chg="add mod">
          <ac:chgData name="Thampi, Rohan" userId="684917c9-6abc-4a73-8a06-f5e465c0fcde" providerId="ADAL" clId="{04D104CD-1F9F-486E-B17D-352E101C4223}" dt="2025-05-29T22:03:19.324" v="410" actId="20577"/>
          <ac:spMkLst>
            <pc:docMk/>
            <pc:sldMk cId="2755557927" sldId="293"/>
            <ac:spMk id="13" creationId="{EEBC3673-6182-B65C-9199-209FEA0BBF77}"/>
          </ac:spMkLst>
        </pc:spChg>
        <pc:spChg chg="add mod">
          <ac:chgData name="Thampi, Rohan" userId="684917c9-6abc-4a73-8a06-f5e465c0fcde" providerId="ADAL" clId="{04D104CD-1F9F-486E-B17D-352E101C4223}" dt="2025-05-29T22:04:28.281" v="494" actId="164"/>
          <ac:spMkLst>
            <pc:docMk/>
            <pc:sldMk cId="2755557927" sldId="293"/>
            <ac:spMk id="14" creationId="{7B8DFCF8-5FBB-7116-8540-A082A1EEE6F8}"/>
          </ac:spMkLst>
        </pc:spChg>
        <pc:grpChg chg="add mod">
          <ac:chgData name="Thampi, Rohan" userId="684917c9-6abc-4a73-8a06-f5e465c0fcde" providerId="ADAL" clId="{04D104CD-1F9F-486E-B17D-352E101C4223}" dt="2025-05-29T22:04:28.281" v="494" actId="164"/>
          <ac:grpSpMkLst>
            <pc:docMk/>
            <pc:sldMk cId="2755557927" sldId="293"/>
            <ac:grpSpMk id="15" creationId="{52DB530F-65E3-A5EA-4CB1-2DD9E20D0B3B}"/>
          </ac:grpSpMkLst>
        </pc:grpChg>
        <pc:picChg chg="del mod">
          <ac:chgData name="Thampi, Rohan" userId="684917c9-6abc-4a73-8a06-f5e465c0fcde" providerId="ADAL" clId="{04D104CD-1F9F-486E-B17D-352E101C4223}" dt="2025-05-29T22:02:15.581" v="389" actId="478"/>
          <ac:picMkLst>
            <pc:docMk/>
            <pc:sldMk cId="2755557927" sldId="293"/>
            <ac:picMk id="12" creationId="{426F469A-A4F7-02AE-7832-0951CC4D04E5}"/>
          </ac:picMkLst>
        </pc:picChg>
        <pc:picChg chg="add mod">
          <ac:chgData name="Thampi, Rohan" userId="684917c9-6abc-4a73-8a06-f5e465c0fcde" providerId="ADAL" clId="{04D104CD-1F9F-486E-B17D-352E101C4223}" dt="2025-05-29T22:04:28.281" v="494" actId="164"/>
          <ac:picMkLst>
            <pc:docMk/>
            <pc:sldMk cId="2755557927" sldId="293"/>
            <ac:picMk id="2050" creationId="{09963539-5D7A-166A-2875-72AFED46CDF6}"/>
          </ac:picMkLst>
        </pc:picChg>
      </pc:sldChg>
      <pc:sldChg chg="addSp delSp modSp add mod">
        <pc:chgData name="Thampi, Rohan" userId="684917c9-6abc-4a73-8a06-f5e465c0fcde" providerId="ADAL" clId="{04D104CD-1F9F-486E-B17D-352E101C4223}" dt="2025-05-29T23:16:27.870" v="2583" actId="14100"/>
        <pc:sldMkLst>
          <pc:docMk/>
          <pc:sldMk cId="1246505729" sldId="294"/>
        </pc:sldMkLst>
        <pc:spChg chg="mod">
          <ac:chgData name="Thampi, Rohan" userId="684917c9-6abc-4a73-8a06-f5e465c0fcde" providerId="ADAL" clId="{04D104CD-1F9F-486E-B17D-352E101C4223}" dt="2025-05-29T23:16:06.518" v="2577" actId="1076"/>
          <ac:spMkLst>
            <pc:docMk/>
            <pc:sldMk cId="1246505729" sldId="294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13:53.128" v="2496" actId="1076"/>
          <ac:spMkLst>
            <pc:docMk/>
            <pc:sldMk cId="1246505729" sldId="294"/>
            <ac:spMk id="4" creationId="{4E5542D2-2ABA-C41C-7666-9132821C12BB}"/>
          </ac:spMkLst>
        </pc:spChg>
        <pc:spChg chg="mod">
          <ac:chgData name="Thampi, Rohan" userId="684917c9-6abc-4a73-8a06-f5e465c0fcde" providerId="ADAL" clId="{04D104CD-1F9F-486E-B17D-352E101C4223}" dt="2025-05-29T23:16:27.870" v="2583" actId="14100"/>
          <ac:spMkLst>
            <pc:docMk/>
            <pc:sldMk cId="1246505729" sldId="294"/>
            <ac:spMk id="6" creationId="{D4592556-5E52-F293-655F-A25EF07B6A03}"/>
          </ac:spMkLst>
        </pc:spChg>
        <pc:spChg chg="del">
          <ac:chgData name="Thampi, Rohan" userId="684917c9-6abc-4a73-8a06-f5e465c0fcde" providerId="ADAL" clId="{04D104CD-1F9F-486E-B17D-352E101C4223}" dt="2025-05-29T22:34:49.009" v="1661" actId="478"/>
          <ac:spMkLst>
            <pc:docMk/>
            <pc:sldMk cId="1246505729" sldId="294"/>
            <ac:spMk id="24" creationId="{5A6C5DBB-33FC-917D-7D3C-B95A5DB36536}"/>
          </ac:spMkLst>
        </pc:spChg>
        <pc:spChg chg="del">
          <ac:chgData name="Thampi, Rohan" userId="684917c9-6abc-4a73-8a06-f5e465c0fcde" providerId="ADAL" clId="{04D104CD-1F9F-486E-B17D-352E101C4223}" dt="2025-05-29T22:34:51.228" v="1662" actId="478"/>
          <ac:spMkLst>
            <pc:docMk/>
            <pc:sldMk cId="1246505729" sldId="294"/>
            <ac:spMk id="25" creationId="{94C49FF4-293C-0801-FEDD-14BC981CAF87}"/>
          </ac:spMkLst>
        </pc:spChg>
        <pc:grpChg chg="mod">
          <ac:chgData name="Thampi, Rohan" userId="684917c9-6abc-4a73-8a06-f5e465c0fcde" providerId="ADAL" clId="{04D104CD-1F9F-486E-B17D-352E101C4223}" dt="2025-05-29T23:16:06.518" v="2577" actId="1076"/>
          <ac:grpSpMkLst>
            <pc:docMk/>
            <pc:sldMk cId="1246505729" sldId="294"/>
            <ac:grpSpMk id="16" creationId="{3D2397D6-C145-E9DF-D3A5-868F326924B1}"/>
          </ac:grpSpMkLst>
        </pc:grpChg>
        <pc:picChg chg="mod">
          <ac:chgData name="Thampi, Rohan" userId="684917c9-6abc-4a73-8a06-f5e465c0fcde" providerId="ADAL" clId="{04D104CD-1F9F-486E-B17D-352E101C4223}" dt="2025-05-29T23:16:06.518" v="2577" actId="1076"/>
          <ac:picMkLst>
            <pc:docMk/>
            <pc:sldMk cId="1246505729" sldId="294"/>
            <ac:picMk id="15" creationId="{5E26BDF8-DD2D-7475-4419-1C054BE229CD}"/>
          </ac:picMkLst>
        </pc:picChg>
        <pc:picChg chg="mod">
          <ac:chgData name="Thampi, Rohan" userId="684917c9-6abc-4a73-8a06-f5e465c0fcde" providerId="ADAL" clId="{04D104CD-1F9F-486E-B17D-352E101C4223}" dt="2025-05-29T23:16:06.518" v="2577" actId="1076"/>
          <ac:picMkLst>
            <pc:docMk/>
            <pc:sldMk cId="1246505729" sldId="294"/>
            <ac:picMk id="1032" creationId="{E88EF2AD-5972-A920-1094-4DD04DFA0EDA}"/>
          </ac:picMkLst>
        </pc:picChg>
        <pc:picChg chg="add mod">
          <ac:chgData name="Thampi, Rohan" userId="684917c9-6abc-4a73-8a06-f5e465c0fcde" providerId="ADAL" clId="{04D104CD-1F9F-486E-B17D-352E101C4223}" dt="2025-05-29T23:16:13.171" v="2579" actId="1076"/>
          <ac:picMkLst>
            <pc:docMk/>
            <pc:sldMk cId="1246505729" sldId="294"/>
            <ac:picMk id="3074" creationId="{CAA855BD-34A9-3065-AA08-30A08324C9B5}"/>
          </ac:picMkLst>
        </pc:picChg>
        <pc:picChg chg="add mod">
          <ac:chgData name="Thampi, Rohan" userId="684917c9-6abc-4a73-8a06-f5e465c0fcde" providerId="ADAL" clId="{04D104CD-1F9F-486E-B17D-352E101C4223}" dt="2025-05-29T23:16:11.610" v="2578" actId="1076"/>
          <ac:picMkLst>
            <pc:docMk/>
            <pc:sldMk cId="1246505729" sldId="294"/>
            <ac:picMk id="3076" creationId="{E4EE852E-2B72-1D29-90E5-B8231A6A8655}"/>
          </ac:picMkLst>
        </pc:picChg>
        <pc:cxnChg chg="mod">
          <ac:chgData name="Thampi, Rohan" userId="684917c9-6abc-4a73-8a06-f5e465c0fcde" providerId="ADAL" clId="{04D104CD-1F9F-486E-B17D-352E101C4223}" dt="2025-05-29T22:37:17.220" v="1763" actId="1036"/>
          <ac:cxnSpMkLst>
            <pc:docMk/>
            <pc:sldMk cId="1246505729" sldId="294"/>
            <ac:cxnSpMk id="3" creationId="{10AA8A3E-699A-75C0-0BC6-D7E0DC3BD042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1:01:02.836" v="4831" actId="20577"/>
        <pc:sldMkLst>
          <pc:docMk/>
          <pc:sldMk cId="99587707" sldId="295"/>
        </pc:sldMkLst>
        <pc:spChg chg="mod">
          <ac:chgData name="Thampi, Rohan" userId="684917c9-6abc-4a73-8a06-f5e465c0fcde" providerId="ADAL" clId="{04D104CD-1F9F-486E-B17D-352E101C4223}" dt="2025-05-30T01:01:02.836" v="4831" actId="20577"/>
          <ac:spMkLst>
            <pc:docMk/>
            <pc:sldMk cId="99587707" sldId="295"/>
            <ac:spMk id="2" creationId="{0D5FAD65-389D-1B26-6D7F-799D1651BB99}"/>
          </ac:spMkLst>
        </pc:spChg>
        <pc:spChg chg="add mod">
          <ac:chgData name="Thampi, Rohan" userId="684917c9-6abc-4a73-8a06-f5e465c0fcde" providerId="ADAL" clId="{04D104CD-1F9F-486E-B17D-352E101C4223}" dt="2025-05-29T23:26:18.933" v="2867" actId="14100"/>
          <ac:spMkLst>
            <pc:docMk/>
            <pc:sldMk cId="99587707" sldId="295"/>
            <ac:spMk id="3" creationId="{C784F03F-2A11-5508-E117-D3330787BFC7}"/>
          </ac:spMkLst>
        </pc:spChg>
        <pc:spChg chg="mod">
          <ac:chgData name="Thampi, Rohan" userId="684917c9-6abc-4a73-8a06-f5e465c0fcde" providerId="ADAL" clId="{04D104CD-1F9F-486E-B17D-352E101C4223}" dt="2025-05-29T23:21:43.980" v="2735" actId="20577"/>
          <ac:spMkLst>
            <pc:docMk/>
            <pc:sldMk cId="99587707" sldId="29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29T23:26:26.911" v="2868" actId="478"/>
          <ac:spMkLst>
            <pc:docMk/>
            <pc:sldMk cId="99587707" sldId="295"/>
            <ac:spMk id="6" creationId="{640BD023-7497-CFB3-C7D9-59EA65C855F0}"/>
          </ac:spMkLst>
        </pc:spChg>
        <pc:spChg chg="add mod">
          <ac:chgData name="Thampi, Rohan" userId="684917c9-6abc-4a73-8a06-f5e465c0fcde" providerId="ADAL" clId="{04D104CD-1F9F-486E-B17D-352E101C4223}" dt="2025-05-29T23:26:51.874" v="2998" actId="1038"/>
          <ac:spMkLst>
            <pc:docMk/>
            <pc:sldMk cId="99587707" sldId="295"/>
            <ac:spMk id="7" creationId="{7B177845-8493-0D69-42BA-08AA00094CF9}"/>
          </ac:spMkLst>
        </pc:spChg>
        <pc:spChg chg="del">
          <ac:chgData name="Thampi, Rohan" userId="684917c9-6abc-4a73-8a06-f5e465c0fcde" providerId="ADAL" clId="{04D104CD-1F9F-486E-B17D-352E101C4223}" dt="2025-05-29T23:22:31.408" v="2747" actId="478"/>
          <ac:spMkLst>
            <pc:docMk/>
            <pc:sldMk cId="99587707" sldId="295"/>
            <ac:spMk id="9" creationId="{FBDD91CB-65EA-7B22-0CD0-FD38D23101F1}"/>
          </ac:spMkLst>
        </pc:spChg>
        <pc:spChg chg="del">
          <ac:chgData name="Thampi, Rohan" userId="684917c9-6abc-4a73-8a06-f5e465c0fcde" providerId="ADAL" clId="{04D104CD-1F9F-486E-B17D-352E101C4223}" dt="2025-05-29T23:21:58.885" v="2740" actId="478"/>
          <ac:spMkLst>
            <pc:docMk/>
            <pc:sldMk cId="99587707" sldId="295"/>
            <ac:spMk id="10" creationId="{4B4B3B99-D916-6B03-B914-39148E10FFEA}"/>
          </ac:spMkLst>
        </pc:spChg>
        <pc:picChg chg="del">
          <ac:chgData name="Thampi, Rohan" userId="684917c9-6abc-4a73-8a06-f5e465c0fcde" providerId="ADAL" clId="{04D104CD-1F9F-486E-B17D-352E101C4223}" dt="2025-05-29T23:21:51.455" v="2736" actId="478"/>
          <ac:picMkLst>
            <pc:docMk/>
            <pc:sldMk cId="99587707" sldId="295"/>
            <ac:picMk id="4098" creationId="{65975076-6A2E-2533-6E11-BBE2BE833E35}"/>
          </ac:picMkLst>
        </pc:picChg>
        <pc:picChg chg="del">
          <ac:chgData name="Thampi, Rohan" userId="684917c9-6abc-4a73-8a06-f5e465c0fcde" providerId="ADAL" clId="{04D104CD-1F9F-486E-B17D-352E101C4223}" dt="2025-05-29T23:21:52.819" v="2737" actId="478"/>
          <ac:picMkLst>
            <pc:docMk/>
            <pc:sldMk cId="99587707" sldId="295"/>
            <ac:picMk id="4100" creationId="{83A1C699-E95E-1425-E332-38A064B86209}"/>
          </ac:picMkLst>
        </pc:picChg>
        <pc:picChg chg="add mod">
          <ac:chgData name="Thampi, Rohan" userId="684917c9-6abc-4a73-8a06-f5e465c0fcde" providerId="ADAL" clId="{04D104CD-1F9F-486E-B17D-352E101C4223}" dt="2025-05-29T23:25:49.074" v="2861" actId="14100"/>
          <ac:picMkLst>
            <pc:docMk/>
            <pc:sldMk cId="99587707" sldId="295"/>
            <ac:picMk id="5122" creationId="{221F6560-CFD6-719F-D592-6713E3716B33}"/>
          </ac:picMkLst>
        </pc:picChg>
        <pc:picChg chg="add">
          <ac:chgData name="Thampi, Rohan" userId="684917c9-6abc-4a73-8a06-f5e465c0fcde" providerId="ADAL" clId="{04D104CD-1F9F-486E-B17D-352E101C4223}" dt="2025-05-29T23:22:15.706" v="2743"/>
          <ac:picMkLst>
            <pc:docMk/>
            <pc:sldMk cId="99587707" sldId="295"/>
            <ac:picMk id="5124" creationId="{228A5243-AF3D-4B55-EF12-43AC9B393C86}"/>
          </ac:picMkLst>
        </pc:picChg>
        <pc:picChg chg="add mod">
          <ac:chgData name="Thampi, Rohan" userId="684917c9-6abc-4a73-8a06-f5e465c0fcde" providerId="ADAL" clId="{04D104CD-1F9F-486E-B17D-352E101C4223}" dt="2025-05-29T23:26:35.465" v="2882" actId="1076"/>
          <ac:picMkLst>
            <pc:docMk/>
            <pc:sldMk cId="99587707" sldId="295"/>
            <ac:picMk id="5126" creationId="{4DFEC1BB-6AE2-FFB3-3A9E-D4AC195B92A5}"/>
          </ac:picMkLst>
        </pc:picChg>
        <pc:cxnChg chg="mod">
          <ac:chgData name="Thampi, Rohan" userId="684917c9-6abc-4a73-8a06-f5e465c0fcde" providerId="ADAL" clId="{04D104CD-1F9F-486E-B17D-352E101C4223}" dt="2025-05-29T23:25:05.367" v="2830" actId="1036"/>
          <ac:cxnSpMkLst>
            <pc:docMk/>
            <pc:sldMk cId="99587707" sldId="295"/>
            <ac:cxnSpMk id="5" creationId="{81E83C56-75B7-D11C-2447-B929F96D0951}"/>
          </ac:cxnSpMkLst>
        </pc:cxnChg>
      </pc:sldChg>
      <pc:sldChg chg="addSp delSp modSp add del mod">
        <pc:chgData name="Thampi, Rohan" userId="684917c9-6abc-4a73-8a06-f5e465c0fcde" providerId="ADAL" clId="{04D104CD-1F9F-486E-B17D-352E101C4223}" dt="2025-05-29T23:16:49.385" v="2586" actId="47"/>
        <pc:sldMkLst>
          <pc:docMk/>
          <pc:sldMk cId="428290468" sldId="295"/>
        </pc:sldMkLst>
        <pc:spChg chg="mod topLvl">
          <ac:chgData name="Thampi, Rohan" userId="684917c9-6abc-4a73-8a06-f5e465c0fcde" providerId="ADAL" clId="{04D104CD-1F9F-486E-B17D-352E101C4223}" dt="2025-05-29T23:15:34.357" v="2569" actId="1076"/>
          <ac:spMkLst>
            <pc:docMk/>
            <pc:sldMk cId="428290468" sldId="295"/>
            <ac:spMk id="2" creationId="{0D5FAD65-389D-1B26-6D7F-799D1651BB99}"/>
          </ac:spMkLst>
        </pc:spChg>
        <pc:spChg chg="del">
          <ac:chgData name="Thampi, Rohan" userId="684917c9-6abc-4a73-8a06-f5e465c0fcde" providerId="ADAL" clId="{04D104CD-1F9F-486E-B17D-352E101C4223}" dt="2025-05-29T23:15:12.683" v="2562" actId="478"/>
          <ac:spMkLst>
            <pc:docMk/>
            <pc:sldMk cId="428290468" sldId="295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29T23:15:10.217" v="2561"/>
          <ac:spMkLst>
            <pc:docMk/>
            <pc:sldMk cId="428290468" sldId="295"/>
            <ac:spMk id="5" creationId="{E160BDE4-DEAF-ACA3-E5C4-EB471526CD0E}"/>
          </ac:spMkLst>
        </pc:spChg>
        <pc:spChg chg="add mod">
          <ac:chgData name="Thampi, Rohan" userId="684917c9-6abc-4a73-8a06-f5e465c0fcde" providerId="ADAL" clId="{04D104CD-1F9F-486E-B17D-352E101C4223}" dt="2025-05-29T23:15:13.275" v="2563"/>
          <ac:spMkLst>
            <pc:docMk/>
            <pc:sldMk cId="428290468" sldId="295"/>
            <ac:spMk id="7" creationId="{031223F1-7225-91F6-7DDE-AFFC83CCE3A3}"/>
          </ac:spMkLst>
        </pc:spChg>
        <pc:grpChg chg="del mod">
          <ac:chgData name="Thampi, Rohan" userId="684917c9-6abc-4a73-8a06-f5e465c0fcde" providerId="ADAL" clId="{04D104CD-1F9F-486E-B17D-352E101C4223}" dt="2025-05-29T23:15:28.104" v="2565" actId="165"/>
          <ac:grpSpMkLst>
            <pc:docMk/>
            <pc:sldMk cId="428290468" sldId="295"/>
            <ac:grpSpMk id="16" creationId="{3D2397D6-C145-E9DF-D3A5-868F326924B1}"/>
          </ac:grpSpMkLst>
        </pc:grpChg>
        <pc:picChg chg="del mod topLvl">
          <ac:chgData name="Thampi, Rohan" userId="684917c9-6abc-4a73-8a06-f5e465c0fcde" providerId="ADAL" clId="{04D104CD-1F9F-486E-B17D-352E101C4223}" dt="2025-05-29T23:15:30.481" v="2567" actId="478"/>
          <ac:picMkLst>
            <pc:docMk/>
            <pc:sldMk cId="428290468" sldId="295"/>
            <ac:picMk id="15" creationId="{5E26BDF8-DD2D-7475-4419-1C054BE229CD}"/>
          </ac:picMkLst>
        </pc:picChg>
        <pc:picChg chg="del mod topLvl">
          <ac:chgData name="Thampi, Rohan" userId="684917c9-6abc-4a73-8a06-f5e465c0fcde" providerId="ADAL" clId="{04D104CD-1F9F-486E-B17D-352E101C4223}" dt="2025-05-29T23:15:31.386" v="2568" actId="478"/>
          <ac:picMkLst>
            <pc:docMk/>
            <pc:sldMk cId="428290468" sldId="295"/>
            <ac:picMk id="1032" creationId="{E88EF2AD-5972-A920-1094-4DD04DFA0EDA}"/>
          </ac:picMkLst>
        </pc:picChg>
      </pc:sldChg>
      <pc:sldChg chg="addSp delSp modSp add mod">
        <pc:chgData name="Thampi, Rohan" userId="684917c9-6abc-4a73-8a06-f5e465c0fcde" providerId="ADAL" clId="{04D104CD-1F9F-486E-B17D-352E101C4223}" dt="2025-05-29T23:32:39.212" v="3209" actId="1037"/>
        <pc:sldMkLst>
          <pc:docMk/>
          <pc:sldMk cId="2569888078" sldId="296"/>
        </pc:sldMkLst>
        <pc:spChg chg="mod">
          <ac:chgData name="Thampi, Rohan" userId="684917c9-6abc-4a73-8a06-f5e465c0fcde" providerId="ADAL" clId="{04D104CD-1F9F-486E-B17D-352E101C4223}" dt="2025-05-29T23:32:32.961" v="3200" actId="1037"/>
          <ac:spMkLst>
            <pc:docMk/>
            <pc:sldMk cId="2569888078" sldId="296"/>
            <ac:spMk id="2" creationId="{0D5FAD65-389D-1B26-6D7F-799D1651BB99}"/>
          </ac:spMkLst>
        </pc:spChg>
        <pc:spChg chg="add del">
          <ac:chgData name="Thampi, Rohan" userId="684917c9-6abc-4a73-8a06-f5e465c0fcde" providerId="ADAL" clId="{04D104CD-1F9F-486E-B17D-352E101C4223}" dt="2025-05-29T23:27:31.085" v="3014" actId="478"/>
          <ac:spMkLst>
            <pc:docMk/>
            <pc:sldMk cId="2569888078" sldId="296"/>
            <ac:spMk id="3" creationId="{C784F03F-2A11-5508-E117-D3330787BFC7}"/>
          </ac:spMkLst>
        </pc:spChg>
        <pc:spChg chg="mod">
          <ac:chgData name="Thampi, Rohan" userId="684917c9-6abc-4a73-8a06-f5e465c0fcde" providerId="ADAL" clId="{04D104CD-1F9F-486E-B17D-352E101C4223}" dt="2025-05-29T23:32:25.537" v="3187" actId="1076"/>
          <ac:spMkLst>
            <pc:docMk/>
            <pc:sldMk cId="2569888078" sldId="296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27:31.085" v="3014" actId="478"/>
          <ac:spMkLst>
            <pc:docMk/>
            <pc:sldMk cId="2569888078" sldId="296"/>
            <ac:spMk id="7" creationId="{7B177845-8493-0D69-42BA-08AA00094CF9}"/>
          </ac:spMkLst>
        </pc:spChg>
        <pc:spChg chg="add del">
          <ac:chgData name="Thampi, Rohan" userId="684917c9-6abc-4a73-8a06-f5e465c0fcde" providerId="ADAL" clId="{04D104CD-1F9F-486E-B17D-352E101C4223}" dt="2025-05-29T23:28:16.481" v="3028" actId="22"/>
          <ac:spMkLst>
            <pc:docMk/>
            <pc:sldMk cId="2569888078" sldId="296"/>
            <ac:spMk id="8" creationId="{4D68A0E5-537D-1102-B15A-01BDF2E6F2F4}"/>
          </ac:spMkLst>
        </pc:spChg>
        <pc:spChg chg="add mod">
          <ac:chgData name="Thampi, Rohan" userId="684917c9-6abc-4a73-8a06-f5e465c0fcde" providerId="ADAL" clId="{04D104CD-1F9F-486E-B17D-352E101C4223}" dt="2025-05-29T23:32:39.212" v="3209" actId="1037"/>
          <ac:spMkLst>
            <pc:docMk/>
            <pc:sldMk cId="2569888078" sldId="296"/>
            <ac:spMk id="10" creationId="{40957B2A-11A0-5C36-4839-4C998974E5E6}"/>
          </ac:spMkLst>
        </pc:spChg>
        <pc:picChg chg="add del">
          <ac:chgData name="Thampi, Rohan" userId="684917c9-6abc-4a73-8a06-f5e465c0fcde" providerId="ADAL" clId="{04D104CD-1F9F-486E-B17D-352E101C4223}" dt="2025-05-29T23:27:31.085" v="3014" actId="478"/>
          <ac:picMkLst>
            <pc:docMk/>
            <pc:sldMk cId="2569888078" sldId="296"/>
            <ac:picMk id="5122" creationId="{221F6560-CFD6-719F-D592-6713E3716B33}"/>
          </ac:picMkLst>
        </pc:picChg>
        <pc:picChg chg="add del">
          <ac:chgData name="Thampi, Rohan" userId="684917c9-6abc-4a73-8a06-f5e465c0fcde" providerId="ADAL" clId="{04D104CD-1F9F-486E-B17D-352E101C4223}" dt="2025-05-29T23:27:31.085" v="3014" actId="478"/>
          <ac:picMkLst>
            <pc:docMk/>
            <pc:sldMk cId="2569888078" sldId="296"/>
            <ac:picMk id="5126" creationId="{4DFEC1BB-6AE2-FFB3-3A9E-D4AC195B92A5}"/>
          </ac:picMkLst>
        </pc:picChg>
        <pc:picChg chg="add mod">
          <ac:chgData name="Thampi, Rohan" userId="684917c9-6abc-4a73-8a06-f5e465c0fcde" providerId="ADAL" clId="{04D104CD-1F9F-486E-B17D-352E101C4223}" dt="2025-05-29T23:32:32.961" v="3200" actId="1037"/>
          <ac:picMkLst>
            <pc:docMk/>
            <pc:sldMk cId="2569888078" sldId="296"/>
            <ac:picMk id="6146" creationId="{7834ECF3-6CE9-5C12-DE26-04122B5A3561}"/>
          </ac:picMkLst>
        </pc:picChg>
        <pc:picChg chg="add mod">
          <ac:chgData name="Thampi, Rohan" userId="684917c9-6abc-4a73-8a06-f5e465c0fcde" providerId="ADAL" clId="{04D104CD-1F9F-486E-B17D-352E101C4223}" dt="2025-05-29T23:32:39.212" v="3209" actId="1037"/>
          <ac:picMkLst>
            <pc:docMk/>
            <pc:sldMk cId="2569888078" sldId="296"/>
            <ac:picMk id="6148" creationId="{470A0AE1-B13D-6264-0131-76BE9A87E2F9}"/>
          </ac:picMkLst>
        </pc:picChg>
        <pc:cxnChg chg="add del">
          <ac:chgData name="Thampi, Rohan" userId="684917c9-6abc-4a73-8a06-f5e465c0fcde" providerId="ADAL" clId="{04D104CD-1F9F-486E-B17D-352E101C4223}" dt="2025-05-29T23:27:26.929" v="3013" actId="478"/>
          <ac:cxnSpMkLst>
            <pc:docMk/>
            <pc:sldMk cId="2569888078" sldId="296"/>
            <ac:cxnSpMk id="5" creationId="{81E83C56-75B7-D11C-2447-B929F96D0951}"/>
          </ac:cxnSpMkLst>
        </pc:cxnChg>
      </pc:sldChg>
      <pc:sldChg chg="addSp delSp modSp add mod ord modAnim">
        <pc:chgData name="Thampi, Rohan" userId="684917c9-6abc-4a73-8a06-f5e465c0fcde" providerId="ADAL" clId="{04D104CD-1F9F-486E-B17D-352E101C4223}" dt="2025-05-30T00:23:34.908" v="4294" actId="1037"/>
        <pc:sldMkLst>
          <pc:docMk/>
          <pc:sldMk cId="632912323" sldId="297"/>
        </pc:sldMkLst>
        <pc:spChg chg="mod">
          <ac:chgData name="Thampi, Rohan" userId="684917c9-6abc-4a73-8a06-f5e465c0fcde" providerId="ADAL" clId="{04D104CD-1F9F-486E-B17D-352E101C4223}" dt="2025-05-30T00:09:03.750" v="3892" actId="1076"/>
          <ac:spMkLst>
            <pc:docMk/>
            <pc:sldMk cId="632912323" sldId="297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29T23:33:36.031" v="3224" actId="20577"/>
          <ac:spMkLst>
            <pc:docMk/>
            <pc:sldMk cId="632912323" sldId="297"/>
            <ac:spMk id="4" creationId="{4E5542D2-2ABA-C41C-7666-9132821C12BB}"/>
          </ac:spMkLst>
        </pc:spChg>
        <pc:spChg chg="add del">
          <ac:chgData name="Thampi, Rohan" userId="684917c9-6abc-4a73-8a06-f5e465c0fcde" providerId="ADAL" clId="{04D104CD-1F9F-486E-B17D-352E101C4223}" dt="2025-05-29T23:35:38.589" v="3297" actId="22"/>
          <ac:spMkLst>
            <pc:docMk/>
            <pc:sldMk cId="632912323" sldId="297"/>
            <ac:spMk id="8" creationId="{346856F6-636D-70D0-3CF6-6E5C52A31879}"/>
          </ac:spMkLst>
        </pc:spChg>
        <pc:spChg chg="del">
          <ac:chgData name="Thampi, Rohan" userId="684917c9-6abc-4a73-8a06-f5e465c0fcde" providerId="ADAL" clId="{04D104CD-1F9F-486E-B17D-352E101C4223}" dt="2025-05-30T00:04:54.409" v="3802" actId="478"/>
          <ac:spMkLst>
            <pc:docMk/>
            <pc:sldMk cId="632912323" sldId="297"/>
            <ac:spMk id="10" creationId="{40957B2A-11A0-5C36-4839-4C998974E5E6}"/>
          </ac:spMkLst>
        </pc:spChg>
        <pc:spChg chg="add mod">
          <ac:chgData name="Thampi, Rohan" userId="684917c9-6abc-4a73-8a06-f5e465c0fcde" providerId="ADAL" clId="{04D104CD-1F9F-486E-B17D-352E101C4223}" dt="2025-05-30T00:17:04.185" v="4045" actId="1035"/>
          <ac:spMkLst>
            <pc:docMk/>
            <pc:sldMk cId="632912323" sldId="297"/>
            <ac:spMk id="11" creationId="{9826B90C-298A-6CE6-399F-5BBCD796BA7B}"/>
          </ac:spMkLst>
        </pc:spChg>
        <pc:spChg chg="add mod">
          <ac:chgData name="Thampi, Rohan" userId="684917c9-6abc-4a73-8a06-f5e465c0fcde" providerId="ADAL" clId="{04D104CD-1F9F-486E-B17D-352E101C4223}" dt="2025-05-30T00:06:45.429" v="3837" actId="1076"/>
          <ac:spMkLst>
            <pc:docMk/>
            <pc:sldMk cId="632912323" sldId="297"/>
            <ac:spMk id="12" creationId="{214EA1E3-DAFC-3A0E-2A9A-4CEB6D087B02}"/>
          </ac:spMkLst>
        </pc:spChg>
        <pc:spChg chg="add mod">
          <ac:chgData name="Thampi, Rohan" userId="684917c9-6abc-4a73-8a06-f5e465c0fcde" providerId="ADAL" clId="{04D104CD-1F9F-486E-B17D-352E101C4223}" dt="2025-05-29T23:55:16.893" v="3454" actId="571"/>
          <ac:spMkLst>
            <pc:docMk/>
            <pc:sldMk cId="632912323" sldId="297"/>
            <ac:spMk id="13" creationId="{2E0B940B-FBE3-647E-41D3-8A6633DCC41E}"/>
          </ac:spMkLst>
        </pc:spChg>
        <pc:spChg chg="add mod">
          <ac:chgData name="Thampi, Rohan" userId="684917c9-6abc-4a73-8a06-f5e465c0fcde" providerId="ADAL" clId="{04D104CD-1F9F-486E-B17D-352E101C4223}" dt="2025-05-30T00:16:43.072" v="4031" actId="403"/>
          <ac:spMkLst>
            <pc:docMk/>
            <pc:sldMk cId="632912323" sldId="297"/>
            <ac:spMk id="14" creationId="{3BB82FBC-50E1-604D-1B50-F18AAC54DFAD}"/>
          </ac:spMkLst>
        </pc:spChg>
        <pc:spChg chg="add del">
          <ac:chgData name="Thampi, Rohan" userId="684917c9-6abc-4a73-8a06-f5e465c0fcde" providerId="ADAL" clId="{04D104CD-1F9F-486E-B17D-352E101C4223}" dt="2025-05-30T00:07:54.930" v="3868" actId="22"/>
          <ac:spMkLst>
            <pc:docMk/>
            <pc:sldMk cId="632912323" sldId="297"/>
            <ac:spMk id="19" creationId="{0C4465B0-7212-78CE-5FBA-E65BF36B6F9C}"/>
          </ac:spMkLst>
        </pc:spChg>
        <pc:spChg chg="add mod">
          <ac:chgData name="Thampi, Rohan" userId="684917c9-6abc-4a73-8a06-f5e465c0fcde" providerId="ADAL" clId="{04D104CD-1F9F-486E-B17D-352E101C4223}" dt="2025-05-30T00:23:34.908" v="4294" actId="1037"/>
          <ac:spMkLst>
            <pc:docMk/>
            <pc:sldMk cId="632912323" sldId="297"/>
            <ac:spMk id="21" creationId="{4E86054F-0C27-3B99-8A98-1E307FDD17F1}"/>
          </ac:spMkLst>
        </pc:spChg>
        <pc:grpChg chg="add mod">
          <ac:chgData name="Thampi, Rohan" userId="684917c9-6abc-4a73-8a06-f5e465c0fcde" providerId="ADAL" clId="{04D104CD-1F9F-486E-B17D-352E101C4223}" dt="2025-05-30T00:06:45.429" v="3837" actId="1076"/>
          <ac:grpSpMkLst>
            <pc:docMk/>
            <pc:sldMk cId="632912323" sldId="297"/>
            <ac:grpSpMk id="17" creationId="{CE775F89-58E7-A3AF-CD7C-075DBDA3F439}"/>
          </ac:grpSpMkLst>
        </pc:grpChg>
        <pc:picChg chg="add mod">
          <ac:chgData name="Thampi, Rohan" userId="684917c9-6abc-4a73-8a06-f5e465c0fcde" providerId="ADAL" clId="{04D104CD-1F9F-486E-B17D-352E101C4223}" dt="2025-05-30T00:06:45.429" v="3837" actId="1076"/>
          <ac:picMkLst>
            <pc:docMk/>
            <pc:sldMk cId="632912323" sldId="297"/>
            <ac:picMk id="6" creationId="{8C357BBE-F73A-CCC1-9296-F34C082A75FA}"/>
          </ac:picMkLst>
        </pc:picChg>
        <pc:picChg chg="add mod">
          <ac:chgData name="Thampi, Rohan" userId="684917c9-6abc-4a73-8a06-f5e465c0fcde" providerId="ADAL" clId="{04D104CD-1F9F-486E-B17D-352E101C4223}" dt="2025-05-30T00:16:59.450" v="4038" actId="1036"/>
          <ac:picMkLst>
            <pc:docMk/>
            <pc:sldMk cId="632912323" sldId="297"/>
            <ac:picMk id="16" creationId="{45608912-DE32-14AC-8A0F-3166ACB188CD}"/>
          </ac:picMkLst>
        </pc:picChg>
        <pc:picChg chg="del">
          <ac:chgData name="Thampi, Rohan" userId="684917c9-6abc-4a73-8a06-f5e465c0fcde" providerId="ADAL" clId="{04D104CD-1F9F-486E-B17D-352E101C4223}" dt="2025-05-29T23:34:26.655" v="3225" actId="478"/>
          <ac:picMkLst>
            <pc:docMk/>
            <pc:sldMk cId="632912323" sldId="297"/>
            <ac:picMk id="6146" creationId="{7834ECF3-6CE9-5C12-DE26-04122B5A3561}"/>
          </ac:picMkLst>
        </pc:picChg>
        <pc:picChg chg="del">
          <ac:chgData name="Thampi, Rohan" userId="684917c9-6abc-4a73-8a06-f5e465c0fcde" providerId="ADAL" clId="{04D104CD-1F9F-486E-B17D-352E101C4223}" dt="2025-05-29T23:34:29.568" v="3226" actId="478"/>
          <ac:picMkLst>
            <pc:docMk/>
            <pc:sldMk cId="632912323" sldId="297"/>
            <ac:picMk id="6148" creationId="{470A0AE1-B13D-6264-0131-76BE9A87E2F9}"/>
          </ac:picMkLst>
        </pc:picChg>
        <pc:picChg chg="add mod">
          <ac:chgData name="Thampi, Rohan" userId="684917c9-6abc-4a73-8a06-f5e465c0fcde" providerId="ADAL" clId="{04D104CD-1F9F-486E-B17D-352E101C4223}" dt="2025-05-30T00:05:36.120" v="3810" actId="1076"/>
          <ac:picMkLst>
            <pc:docMk/>
            <pc:sldMk cId="632912323" sldId="297"/>
            <ac:picMk id="7170" creationId="{3229AB58-7D19-A407-9773-0CB8E01D9EB3}"/>
          </ac:picMkLst>
        </pc:picChg>
        <pc:picChg chg="add mod">
          <ac:chgData name="Thampi, Rohan" userId="684917c9-6abc-4a73-8a06-f5e465c0fcde" providerId="ADAL" clId="{04D104CD-1F9F-486E-B17D-352E101C4223}" dt="2025-05-30T00:09:22.337" v="3895"/>
          <ac:picMkLst>
            <pc:docMk/>
            <pc:sldMk cId="632912323" sldId="297"/>
            <ac:picMk id="7172" creationId="{B52CF811-FCA6-DEA2-1E43-EE413F974FE4}"/>
          </ac:picMkLst>
        </pc:picChg>
      </pc:sldChg>
      <pc:sldChg chg="addSp delSp modSp add mod modAnim">
        <pc:chgData name="Thampi, Rohan" userId="684917c9-6abc-4a73-8a06-f5e465c0fcde" providerId="ADAL" clId="{04D104CD-1F9F-486E-B17D-352E101C4223}" dt="2025-05-30T00:42:26.224" v="4635"/>
        <pc:sldMkLst>
          <pc:docMk/>
          <pc:sldMk cId="461335514" sldId="298"/>
        </pc:sldMkLst>
        <pc:spChg chg="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30T00:10:03.308" v="3902" actId="20577"/>
          <ac:spMkLst>
            <pc:docMk/>
            <pc:sldMk cId="461335514" sldId="298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04D104CD-1F9F-486E-B17D-352E101C4223}" dt="2025-05-30T00:14:55.923" v="4012" actId="478"/>
          <ac:spMkLst>
            <pc:docMk/>
            <pc:sldMk cId="461335514" sldId="298"/>
            <ac:spMk id="11" creationId="{9826B90C-298A-6CE6-399F-5BBCD796BA7B}"/>
          </ac:spMkLst>
        </pc:spChg>
        <pc:spChg chg="del mod topLvl">
          <ac:chgData name="Thampi, Rohan" userId="684917c9-6abc-4a73-8a06-f5e465c0fcde" providerId="ADAL" clId="{04D104CD-1F9F-486E-B17D-352E101C4223}" dt="2025-05-30T00:12:45.178" v="3944" actId="478"/>
          <ac:spMkLst>
            <pc:docMk/>
            <pc:sldMk cId="461335514" sldId="298"/>
            <ac:spMk id="12" creationId="{214EA1E3-DAFC-3A0E-2A9A-4CEB6D087B02}"/>
          </ac:spMkLst>
        </pc:spChg>
        <pc:spChg chg="del">
          <ac:chgData name="Thampi, Rohan" userId="684917c9-6abc-4a73-8a06-f5e465c0fcde" providerId="ADAL" clId="{04D104CD-1F9F-486E-B17D-352E101C4223}" dt="2025-05-30T00:17:17.896" v="4046" actId="478"/>
          <ac:spMkLst>
            <pc:docMk/>
            <pc:sldMk cId="461335514" sldId="298"/>
            <ac:spMk id="14" creationId="{3BB82FBC-50E1-604D-1B50-F18AAC54DFAD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18" creationId="{B30D7A8C-5480-B308-A14E-BDE64655E69C}"/>
          </ac:spMkLst>
        </pc:spChg>
        <pc:spChg chg="add del">
          <ac:chgData name="Thampi, Rohan" userId="684917c9-6abc-4a73-8a06-f5e465c0fcde" providerId="ADAL" clId="{04D104CD-1F9F-486E-B17D-352E101C4223}" dt="2025-05-30T00:14:14.102" v="3963" actId="22"/>
          <ac:spMkLst>
            <pc:docMk/>
            <pc:sldMk cId="461335514" sldId="298"/>
            <ac:spMk id="20" creationId="{BF86104C-4E4A-2567-E9F5-98173205079C}"/>
          </ac:spMkLst>
        </pc:spChg>
        <pc:spChg chg="del">
          <ac:chgData name="Thampi, Rohan" userId="684917c9-6abc-4a73-8a06-f5e465c0fcde" providerId="ADAL" clId="{04D104CD-1F9F-486E-B17D-352E101C4223}" dt="2025-05-30T00:14:29.746" v="4008" actId="478"/>
          <ac:spMkLst>
            <pc:docMk/>
            <pc:sldMk cId="461335514" sldId="298"/>
            <ac:spMk id="21" creationId="{4E86054F-0C27-3B99-8A98-1E307FDD17F1}"/>
          </ac:spMkLst>
        </pc:spChg>
        <pc:spChg chg="add 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3" creationId="{B20058E0-8AA9-B28A-8A71-7753A806107B}"/>
          </ac:spMkLst>
        </pc:spChg>
        <pc:spChg chg="add del">
          <ac:chgData name="Thampi, Rohan" userId="684917c9-6abc-4a73-8a06-f5e465c0fcde" providerId="ADAL" clId="{04D104CD-1F9F-486E-B17D-352E101C4223}" dt="2025-05-30T00:15:37.618" v="4019" actId="22"/>
          <ac:spMkLst>
            <pc:docMk/>
            <pc:sldMk cId="461335514" sldId="298"/>
            <ac:spMk id="25" creationId="{E777B68B-909E-5EF6-C2EC-011844C71191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27" creationId="{D2DA70A3-E370-A759-A18D-9102C6ECEF69}"/>
          </ac:spMkLst>
        </pc:spChg>
        <pc:spChg chg="add mod">
          <ac:chgData name="Thampi, Rohan" userId="684917c9-6abc-4a73-8a06-f5e465c0fcde" providerId="ADAL" clId="{04D104CD-1F9F-486E-B17D-352E101C4223}" dt="2025-05-30T00:24:06.623" v="4330" actId="1038"/>
          <ac:spMkLst>
            <pc:docMk/>
            <pc:sldMk cId="461335514" sldId="298"/>
            <ac:spMk id="28" creationId="{FC71FC67-DF67-D9AF-8CD2-CCC3D230B9B9}"/>
          </ac:spMkLst>
        </pc:spChg>
        <pc:spChg chg="add mod">
          <ac:chgData name="Thampi, Rohan" userId="684917c9-6abc-4a73-8a06-f5e465c0fcde" providerId="ADAL" clId="{04D104CD-1F9F-486E-B17D-352E101C4223}" dt="2025-05-30T00:23:59.626" v="4319" actId="1038"/>
          <ac:spMkLst>
            <pc:docMk/>
            <pc:sldMk cId="461335514" sldId="298"/>
            <ac:spMk id="29" creationId="{F2D466A9-A8BF-A0B1-565B-6D54AAFB8BCE}"/>
          </ac:spMkLst>
        </pc:spChg>
        <pc:spChg chg="add mod">
          <ac:chgData name="Thampi, Rohan" userId="684917c9-6abc-4a73-8a06-f5e465c0fcde" providerId="ADAL" clId="{04D104CD-1F9F-486E-B17D-352E101C4223}" dt="2025-05-30T00:23:18.803" v="4286" actId="1038"/>
          <ac:spMkLst>
            <pc:docMk/>
            <pc:sldMk cId="461335514" sldId="298"/>
            <ac:spMk id="30" creationId="{8BC7B611-F279-0AF6-5539-0B9ABCF13BB4}"/>
          </ac:spMkLst>
        </pc:spChg>
        <pc:grpChg chg="add del">
          <ac:chgData name="Thampi, Rohan" userId="684917c9-6abc-4a73-8a06-f5e465c0fcde" providerId="ADAL" clId="{04D104CD-1F9F-486E-B17D-352E101C4223}" dt="2025-05-30T00:10:23.121" v="3907" actId="478"/>
          <ac:grpSpMkLst>
            <pc:docMk/>
            <pc:sldMk cId="461335514" sldId="298"/>
            <ac:grpSpMk id="17" creationId="{CE775F89-58E7-A3AF-CD7C-075DBDA3F439}"/>
          </ac:grpSpMkLst>
        </pc:grpChg>
        <pc:picChg chg="del topLvl">
          <ac:chgData name="Thampi, Rohan" userId="684917c9-6abc-4a73-8a06-f5e465c0fcde" providerId="ADAL" clId="{04D104CD-1F9F-486E-B17D-352E101C4223}" dt="2025-05-30T00:10:23.121" v="3907" actId="478"/>
          <ac:picMkLst>
            <pc:docMk/>
            <pc:sldMk cId="461335514" sldId="298"/>
            <ac:picMk id="6" creationId="{8C357BBE-F73A-CCC1-9296-F34C082A75FA}"/>
          </ac:picMkLst>
        </pc:picChg>
        <pc:picChg chg="add del">
          <ac:chgData name="Thampi, Rohan" userId="684917c9-6abc-4a73-8a06-f5e465c0fcde" providerId="ADAL" clId="{04D104CD-1F9F-486E-B17D-352E101C4223}" dt="2025-05-30T00:10:20.503" v="3905" actId="22"/>
          <ac:picMkLst>
            <pc:docMk/>
            <pc:sldMk cId="461335514" sldId="298"/>
            <ac:picMk id="7" creationId="{3CE140B9-7D15-00F2-1EDD-8F50C0BD0E57}"/>
          </ac:picMkLst>
        </pc:picChg>
        <pc:picChg chg="add mod ord">
          <ac:chgData name="Thampi, Rohan" userId="684917c9-6abc-4a73-8a06-f5e465c0fcde" providerId="ADAL" clId="{04D104CD-1F9F-486E-B17D-352E101C4223}" dt="2025-05-30T00:24:06.623" v="4330" actId="1038"/>
          <ac:picMkLst>
            <pc:docMk/>
            <pc:sldMk cId="461335514" sldId="298"/>
            <ac:picMk id="9" creationId="{0C802E60-51CB-D8BE-49D5-1B6536FEBC53}"/>
          </ac:picMkLst>
        </pc:picChg>
        <pc:picChg chg="add mod">
          <ac:chgData name="Thampi, Rohan" userId="684917c9-6abc-4a73-8a06-f5e465c0fcde" providerId="ADAL" clId="{04D104CD-1F9F-486E-B17D-352E101C4223}" dt="2025-05-30T00:23:59.626" v="4319" actId="1038"/>
          <ac:picMkLst>
            <pc:docMk/>
            <pc:sldMk cId="461335514" sldId="298"/>
            <ac:picMk id="13" creationId="{24921E77-53E7-BBFF-169B-0F63C8CBAD54}"/>
          </ac:picMkLst>
        </pc:picChg>
        <pc:picChg chg="del">
          <ac:chgData name="Thampi, Rohan" userId="684917c9-6abc-4a73-8a06-f5e465c0fcde" providerId="ADAL" clId="{04D104CD-1F9F-486E-B17D-352E101C4223}" dt="2025-05-30T00:17:17.896" v="4046" actId="478"/>
          <ac:picMkLst>
            <pc:docMk/>
            <pc:sldMk cId="461335514" sldId="298"/>
            <ac:picMk id="16" creationId="{45608912-DE32-14AC-8A0F-3166ACB188CD}"/>
          </ac:picMkLst>
        </pc:picChg>
        <pc:picChg chg="del">
          <ac:chgData name="Thampi, Rohan" userId="684917c9-6abc-4a73-8a06-f5e465c0fcde" providerId="ADAL" clId="{04D104CD-1F9F-486E-B17D-352E101C4223}" dt="2025-05-30T00:14:29.746" v="4008" actId="478"/>
          <ac:picMkLst>
            <pc:docMk/>
            <pc:sldMk cId="461335514" sldId="298"/>
            <ac:picMk id="7172" creationId="{B52CF811-FCA6-DEA2-1E43-EE413F974FE4}"/>
          </ac:picMkLst>
        </pc:picChg>
        <pc:picChg chg="add mod">
          <ac:chgData name="Thampi, Rohan" userId="684917c9-6abc-4a73-8a06-f5e465c0fcde" providerId="ADAL" clId="{04D104CD-1F9F-486E-B17D-352E101C4223}" dt="2025-05-30T00:22:14.668" v="4267" actId="14100"/>
          <ac:picMkLst>
            <pc:docMk/>
            <pc:sldMk cId="461335514" sldId="298"/>
            <ac:picMk id="8194" creationId="{A2F57A27-69FD-AAF0-5B57-BE88B797DB4A}"/>
          </ac:picMkLst>
        </pc:picChg>
      </pc:sldChg>
      <pc:sldChg chg="addSp delSp modSp add mod modAnim">
        <pc:chgData name="Thampi, Rohan" userId="684917c9-6abc-4a73-8a06-f5e465c0fcde" providerId="ADAL" clId="{04D104CD-1F9F-486E-B17D-352E101C4223}" dt="2025-05-30T00:42:15.873" v="4634"/>
        <pc:sldMkLst>
          <pc:docMk/>
          <pc:sldMk cId="564149112" sldId="299"/>
        </pc:sldMkLst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" creationId="{0D5FAD65-389D-1B26-6D7F-799D1651BB99}"/>
          </ac:spMkLst>
        </pc:spChg>
        <pc:spChg chg="mod">
          <ac:chgData name="Thampi, Rohan" userId="684917c9-6abc-4a73-8a06-f5e465c0fcde" providerId="ADAL" clId="{04D104CD-1F9F-486E-B17D-352E101C4223}" dt="2025-05-30T00:24:51.408" v="4336" actId="20577"/>
          <ac:spMkLst>
            <pc:docMk/>
            <pc:sldMk cId="564149112" sldId="299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30T00:37:50.041" v="4542" actId="1076"/>
          <ac:spMkLst>
            <pc:docMk/>
            <pc:sldMk cId="564149112" sldId="299"/>
            <ac:spMk id="16" creationId="{E8880A1E-E3A5-87E8-5C1B-792F381DA2B4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18" creationId="{B30D7A8C-5480-B308-A14E-BDE64655E69C}"/>
          </ac:spMkLst>
        </pc:spChg>
        <pc:spChg chg="add mod">
          <ac:chgData name="Thampi, Rohan" userId="684917c9-6abc-4a73-8a06-f5e465c0fcde" providerId="ADAL" clId="{04D104CD-1F9F-486E-B17D-352E101C4223}" dt="2025-05-30T00:37:52.122" v="4543" actId="1076"/>
          <ac:spMkLst>
            <pc:docMk/>
            <pc:sldMk cId="564149112" sldId="299"/>
            <ac:spMk id="20" creationId="{30B0EA12-411F-4D8E-FB9F-E444D93A6E45}"/>
          </ac:spMkLst>
        </pc:spChg>
        <pc:spChg chg="mod">
          <ac:chgData name="Thampi, Rohan" userId="684917c9-6abc-4a73-8a06-f5e465c0fcde" providerId="ADAL" clId="{04D104CD-1F9F-486E-B17D-352E101C4223}" dt="2025-05-30T00:38:00.661" v="4544" actId="403"/>
          <ac:spMkLst>
            <pc:docMk/>
            <pc:sldMk cId="564149112" sldId="299"/>
            <ac:spMk id="23" creationId="{B20058E0-8AA9-B28A-8A71-7753A806107B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7" creationId="{D2DA70A3-E370-A759-A18D-9102C6ECEF69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8" creationId="{FC71FC67-DF67-D9AF-8CD2-CCC3D230B9B9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29" creationId="{F2D466A9-A8BF-A0B1-565B-6D54AAFB8BCE}"/>
          </ac:spMkLst>
        </pc:spChg>
        <pc:spChg chg="del">
          <ac:chgData name="Thampi, Rohan" userId="684917c9-6abc-4a73-8a06-f5e465c0fcde" providerId="ADAL" clId="{04D104CD-1F9F-486E-B17D-352E101C4223}" dt="2025-05-30T00:28:58.356" v="4435" actId="478"/>
          <ac:spMkLst>
            <pc:docMk/>
            <pc:sldMk cId="564149112" sldId="299"/>
            <ac:spMk id="30" creationId="{8BC7B611-F279-0AF6-5539-0B9ABCF13BB4}"/>
          </ac:spMkLst>
        </pc:spChg>
        <pc:picChg chg="add mod modCrop">
          <ac:chgData name="Thampi, Rohan" userId="684917c9-6abc-4a73-8a06-f5e465c0fcde" providerId="ADAL" clId="{04D104CD-1F9F-486E-B17D-352E101C4223}" dt="2025-05-30T00:37:50.041" v="4542" actId="1076"/>
          <ac:picMkLst>
            <pc:docMk/>
            <pc:sldMk cId="564149112" sldId="299"/>
            <ac:picMk id="6" creationId="{8B9539E8-55DF-BD8E-E134-0ED58B2480AA}"/>
          </ac:picMkLst>
        </pc:picChg>
        <pc:picChg chg="add mod">
          <ac:chgData name="Thampi, Rohan" userId="684917c9-6abc-4a73-8a06-f5e465c0fcde" providerId="ADAL" clId="{04D104CD-1F9F-486E-B17D-352E101C4223}" dt="2025-05-30T00:37:50.041" v="4542" actId="1076"/>
          <ac:picMkLst>
            <pc:docMk/>
            <pc:sldMk cId="564149112" sldId="299"/>
            <ac:picMk id="8" creationId="{42733A75-1D08-D4A4-DD8A-E88D01EA9769}"/>
          </ac:picMkLst>
        </pc:picChg>
        <pc:picChg chg="del">
          <ac:chgData name="Thampi, Rohan" userId="684917c9-6abc-4a73-8a06-f5e465c0fcde" providerId="ADAL" clId="{04D104CD-1F9F-486E-B17D-352E101C4223}" dt="2025-05-30T00:28:58.356" v="4435" actId="478"/>
          <ac:picMkLst>
            <pc:docMk/>
            <pc:sldMk cId="564149112" sldId="299"/>
            <ac:picMk id="9" creationId="{0C802E60-51CB-D8BE-49D5-1B6536FEBC53}"/>
          </ac:picMkLst>
        </pc:picChg>
        <pc:picChg chg="del">
          <ac:chgData name="Thampi, Rohan" userId="684917c9-6abc-4a73-8a06-f5e465c0fcde" providerId="ADAL" clId="{04D104CD-1F9F-486E-B17D-352E101C4223}" dt="2025-05-30T00:28:58.356" v="4435" actId="478"/>
          <ac:picMkLst>
            <pc:docMk/>
            <pc:sldMk cId="564149112" sldId="299"/>
            <ac:picMk id="13" creationId="{24921E77-53E7-BBFF-169B-0F63C8CBAD54}"/>
          </ac:picMkLst>
        </pc:picChg>
        <pc:picChg chg="add del mod">
          <ac:chgData name="Thampi, Rohan" userId="684917c9-6abc-4a73-8a06-f5e465c0fcde" providerId="ADAL" clId="{04D104CD-1F9F-486E-B17D-352E101C4223}" dt="2025-05-30T00:36:54.473" v="4529" actId="478"/>
          <ac:picMkLst>
            <pc:docMk/>
            <pc:sldMk cId="564149112" sldId="299"/>
            <ac:picMk id="19" creationId="{38CF5EEF-6B35-9030-9371-75A15E8E39A0}"/>
          </ac:picMkLst>
        </pc:picChg>
        <pc:picChg chg="del">
          <ac:chgData name="Thampi, Rohan" userId="684917c9-6abc-4a73-8a06-f5e465c0fcde" providerId="ADAL" clId="{04D104CD-1F9F-486E-B17D-352E101C4223}" dt="2025-05-30T00:28:46.216" v="4433" actId="478"/>
          <ac:picMkLst>
            <pc:docMk/>
            <pc:sldMk cId="564149112" sldId="299"/>
            <ac:picMk id="8194" creationId="{A2F57A27-69FD-AAF0-5B57-BE88B797DB4A}"/>
          </ac:picMkLst>
        </pc:picChg>
        <pc:picChg chg="add mod">
          <ac:chgData name="Thampi, Rohan" userId="684917c9-6abc-4a73-8a06-f5e465c0fcde" providerId="ADAL" clId="{04D104CD-1F9F-486E-B17D-352E101C4223}" dt="2025-05-30T00:37:52.122" v="4543" actId="1076"/>
          <ac:picMkLst>
            <pc:docMk/>
            <pc:sldMk cId="564149112" sldId="299"/>
            <ac:picMk id="9218" creationId="{E6EFFAF6-0FC7-EC0D-7A6C-F7C84F772A82}"/>
          </ac:picMkLst>
        </pc:picChg>
        <pc:picChg chg="add">
          <ac:chgData name="Thampi, Rohan" userId="684917c9-6abc-4a73-8a06-f5e465c0fcde" providerId="ADAL" clId="{04D104CD-1F9F-486E-B17D-352E101C4223}" dt="2025-05-30T00:36:16.500" v="4521"/>
          <ac:picMkLst>
            <pc:docMk/>
            <pc:sldMk cId="564149112" sldId="299"/>
            <ac:picMk id="9220" creationId="{493C69C5-03BB-ECE6-60AF-53268069C4FB}"/>
          </ac:picMkLst>
        </pc:picChg>
        <pc:cxnChg chg="add del">
          <ac:chgData name="Thampi, Rohan" userId="684917c9-6abc-4a73-8a06-f5e465c0fcde" providerId="ADAL" clId="{04D104CD-1F9F-486E-B17D-352E101C4223}" dt="2025-05-30T00:33:13.036" v="4455" actId="11529"/>
          <ac:cxnSpMkLst>
            <pc:docMk/>
            <pc:sldMk cId="564149112" sldId="299"/>
            <ac:cxnSpMk id="11" creationId="{5B90D120-9838-D88F-B073-780B0B9AADCA}"/>
          </ac:cxnSpMkLst>
        </pc:cxnChg>
        <pc:cxnChg chg="add mod">
          <ac:chgData name="Thampi, Rohan" userId="684917c9-6abc-4a73-8a06-f5e465c0fcde" providerId="ADAL" clId="{04D104CD-1F9F-486E-B17D-352E101C4223}" dt="2025-05-30T00:37:50.041" v="4542" actId="1076"/>
          <ac:cxnSpMkLst>
            <pc:docMk/>
            <pc:sldMk cId="564149112" sldId="299"/>
            <ac:cxnSpMk id="14" creationId="{5F8A0698-563B-8B1F-AA51-2DB319ADACC9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0:41:43.698" v="4633" actId="1076"/>
        <pc:sldMkLst>
          <pc:docMk/>
          <pc:sldMk cId="827076216" sldId="300"/>
        </pc:sldMkLst>
        <pc:spChg chg="add mod">
          <ac:chgData name="Thampi, Rohan" userId="684917c9-6abc-4a73-8a06-f5e465c0fcde" providerId="ADAL" clId="{04D104CD-1F9F-486E-B17D-352E101C4223}" dt="2025-05-30T00:41:30.857" v="4631" actId="1076"/>
          <ac:spMkLst>
            <pc:docMk/>
            <pc:sldMk cId="827076216" sldId="300"/>
            <ac:spMk id="7" creationId="{24D8AC2E-FCCE-696A-248B-8C433B4E965A}"/>
          </ac:spMkLst>
        </pc:spChg>
        <pc:spChg chg="del">
          <ac:chgData name="Thampi, Rohan" userId="684917c9-6abc-4a73-8a06-f5e465c0fcde" providerId="ADAL" clId="{04D104CD-1F9F-486E-B17D-352E101C4223}" dt="2025-05-30T00:36:37.697" v="4524" actId="478"/>
          <ac:spMkLst>
            <pc:docMk/>
            <pc:sldMk cId="827076216" sldId="300"/>
            <ac:spMk id="16" creationId="{E8880A1E-E3A5-87E8-5C1B-792F381DA2B4}"/>
          </ac:spMkLst>
        </pc:spChg>
        <pc:spChg chg="del">
          <ac:chgData name="Thampi, Rohan" userId="684917c9-6abc-4a73-8a06-f5e465c0fcde" providerId="ADAL" clId="{04D104CD-1F9F-486E-B17D-352E101C4223}" dt="2025-05-30T00:36:37.697" v="4524" actId="478"/>
          <ac:spMkLst>
            <pc:docMk/>
            <pc:sldMk cId="827076216" sldId="300"/>
            <ac:spMk id="23" creationId="{B20058E0-8AA9-B28A-8A71-7753A806107B}"/>
          </ac:spMkLst>
        </pc:spChg>
        <pc:picChg chg="add mod">
          <ac:chgData name="Thampi, Rohan" userId="684917c9-6abc-4a73-8a06-f5e465c0fcde" providerId="ADAL" clId="{04D104CD-1F9F-486E-B17D-352E101C4223}" dt="2025-05-30T00:41:43.698" v="4633" actId="1076"/>
          <ac:picMkLst>
            <pc:docMk/>
            <pc:sldMk cId="827076216" sldId="300"/>
            <ac:picMk id="2" creationId="{AA9C3133-76CB-22B7-DD8B-D47F28D09F63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6" creationId="{8B9539E8-55DF-BD8E-E134-0ED58B2480AA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8" creationId="{42733A75-1D08-D4A4-DD8A-E88D01EA9769}"/>
          </ac:picMkLst>
        </pc:picChg>
        <pc:picChg chg="del">
          <ac:chgData name="Thampi, Rohan" userId="684917c9-6abc-4a73-8a06-f5e465c0fcde" providerId="ADAL" clId="{04D104CD-1F9F-486E-B17D-352E101C4223}" dt="2025-05-30T00:36:37.697" v="4524" actId="478"/>
          <ac:picMkLst>
            <pc:docMk/>
            <pc:sldMk cId="827076216" sldId="300"/>
            <ac:picMk id="19" creationId="{38CF5EEF-6B35-9030-9371-75A15E8E39A0}"/>
          </ac:picMkLst>
        </pc:picChg>
        <pc:picChg chg="del">
          <ac:chgData name="Thampi, Rohan" userId="684917c9-6abc-4a73-8a06-f5e465c0fcde" providerId="ADAL" clId="{04D104CD-1F9F-486E-B17D-352E101C4223}" dt="2025-05-30T00:36:39.002" v="4525" actId="478"/>
          <ac:picMkLst>
            <pc:docMk/>
            <pc:sldMk cId="827076216" sldId="300"/>
            <ac:picMk id="9218" creationId="{E6EFFAF6-0FC7-EC0D-7A6C-F7C84F772A82}"/>
          </ac:picMkLst>
        </pc:picChg>
        <pc:picChg chg="add mod">
          <ac:chgData name="Thampi, Rohan" userId="684917c9-6abc-4a73-8a06-f5e465c0fcde" providerId="ADAL" clId="{04D104CD-1F9F-486E-B17D-352E101C4223}" dt="2025-05-30T00:38:28.865" v="4550" actId="14100"/>
          <ac:picMkLst>
            <pc:docMk/>
            <pc:sldMk cId="827076216" sldId="300"/>
            <ac:picMk id="10242" creationId="{09906734-C444-0B24-5675-C37DF947C6F7}"/>
          </ac:picMkLst>
        </pc:picChg>
        <pc:cxnChg chg="del">
          <ac:chgData name="Thampi, Rohan" userId="684917c9-6abc-4a73-8a06-f5e465c0fcde" providerId="ADAL" clId="{04D104CD-1F9F-486E-B17D-352E101C4223}" dt="2025-05-30T00:36:37.697" v="4524" actId="478"/>
          <ac:cxnSpMkLst>
            <pc:docMk/>
            <pc:sldMk cId="827076216" sldId="300"/>
            <ac:cxnSpMk id="14" creationId="{5F8A0698-563B-8B1F-AA51-2DB319ADACC9}"/>
          </ac:cxnSpMkLst>
        </pc:cxnChg>
      </pc:sldChg>
      <pc:sldChg chg="addSp delSp modSp add mod">
        <pc:chgData name="Thampi, Rohan" userId="684917c9-6abc-4a73-8a06-f5e465c0fcde" providerId="ADAL" clId="{04D104CD-1F9F-486E-B17D-352E101C4223}" dt="2025-05-30T01:05:31.405" v="4958"/>
        <pc:sldMkLst>
          <pc:docMk/>
          <pc:sldMk cId="4214173795" sldId="301"/>
        </pc:sldMkLst>
        <pc:spChg chg="mod">
          <ac:chgData name="Thampi, Rohan" userId="684917c9-6abc-4a73-8a06-f5e465c0fcde" providerId="ADAL" clId="{04D104CD-1F9F-486E-B17D-352E101C4223}" dt="2025-05-30T00:46:16.681" v="4735" actId="20577"/>
          <ac:spMkLst>
            <pc:docMk/>
            <pc:sldMk cId="4214173795" sldId="301"/>
            <ac:spMk id="4" creationId="{4E5542D2-2ABA-C41C-7666-9132821C12BB}"/>
          </ac:spMkLst>
        </pc:spChg>
        <pc:spChg chg="add mod">
          <ac:chgData name="Thampi, Rohan" userId="684917c9-6abc-4a73-8a06-f5e465c0fcde" providerId="ADAL" clId="{04D104CD-1F9F-486E-B17D-352E101C4223}" dt="2025-05-30T00:45:54.367" v="4697" actId="1076"/>
          <ac:spMkLst>
            <pc:docMk/>
            <pc:sldMk cId="4214173795" sldId="301"/>
            <ac:spMk id="9" creationId="{9A0B3DA6-55AD-91A0-A60F-4999AD4EAF9F}"/>
          </ac:spMkLst>
        </pc:spChg>
        <pc:spChg chg="add mod">
          <ac:chgData name="Thampi, Rohan" userId="684917c9-6abc-4a73-8a06-f5e465c0fcde" providerId="ADAL" clId="{04D104CD-1F9F-486E-B17D-352E101C4223}" dt="2025-05-30T00:46:00.271" v="4698" actId="1076"/>
          <ac:spMkLst>
            <pc:docMk/>
            <pc:sldMk cId="4214173795" sldId="301"/>
            <ac:spMk id="10" creationId="{3FA2AD5C-D9DA-161E-17E6-9B30DBA6DC28}"/>
          </ac:spMkLst>
        </pc:spChg>
        <pc:spChg chg="del">
          <ac:chgData name="Thampi, Rohan" userId="684917c9-6abc-4a73-8a06-f5e465c0fcde" providerId="ADAL" clId="{04D104CD-1F9F-486E-B17D-352E101C4223}" dt="2025-05-30T00:44:13.019" v="4660" actId="478"/>
          <ac:spMkLst>
            <pc:docMk/>
            <pc:sldMk cId="4214173795" sldId="301"/>
            <ac:spMk id="21" creationId="{7DEBFE66-B64D-3188-2577-AC07C4909995}"/>
          </ac:spMkLst>
        </pc:spChg>
        <pc:picChg chg="add mod modCrop">
          <ac:chgData name="Thampi, Rohan" userId="684917c9-6abc-4a73-8a06-f5e465c0fcde" providerId="ADAL" clId="{04D104CD-1F9F-486E-B17D-352E101C4223}" dt="2025-05-30T00:46:00.271" v="4698" actId="1076"/>
          <ac:picMkLst>
            <pc:docMk/>
            <pc:sldMk cId="4214173795" sldId="301"/>
            <ac:picMk id="5" creationId="{D1A812BD-CB17-55E4-49CF-937C17C45F7A}"/>
          </ac:picMkLst>
        </pc:picChg>
        <pc:picChg chg="add mod modCrop">
          <ac:chgData name="Thampi, Rohan" userId="684917c9-6abc-4a73-8a06-f5e465c0fcde" providerId="ADAL" clId="{04D104CD-1F9F-486E-B17D-352E101C4223}" dt="2025-05-30T00:45:54.367" v="4697" actId="1076"/>
          <ac:picMkLst>
            <pc:docMk/>
            <pc:sldMk cId="4214173795" sldId="301"/>
            <ac:picMk id="7" creationId="{30AD7BB6-763C-3192-1B07-FCF2C770938A}"/>
          </ac:picMkLst>
        </pc:picChg>
        <pc:cxnChg chg="del">
          <ac:chgData name="Thampi, Rohan" userId="684917c9-6abc-4a73-8a06-f5e465c0fcde" providerId="ADAL" clId="{04D104CD-1F9F-486E-B17D-352E101C4223}" dt="2025-05-30T01:05:30.915" v="4957" actId="478"/>
          <ac:cxnSpMkLst>
            <pc:docMk/>
            <pc:sldMk cId="4214173795" sldId="301"/>
            <ac:cxnSpMk id="3" creationId="{5D39E177-BF84-874F-D522-CFD07A013768}"/>
          </ac:cxnSpMkLst>
        </pc:cxnChg>
        <pc:cxnChg chg="add mod">
          <ac:chgData name="Thampi, Rohan" userId="684917c9-6abc-4a73-8a06-f5e465c0fcde" providerId="ADAL" clId="{04D104CD-1F9F-486E-B17D-352E101C4223}" dt="2025-05-30T01:05:31.405" v="4958"/>
          <ac:cxnSpMkLst>
            <pc:docMk/>
            <pc:sldMk cId="4214173795" sldId="301"/>
            <ac:cxnSpMk id="11" creationId="{31FB7386-B596-DD3F-B922-DA233BAE71E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61844-6A09-4E32-9B36-DD71518F9A0A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1A32-42CA-428D-9239-38ED2D08D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56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909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3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23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90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13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51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6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43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35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6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854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0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D631-289E-EE67-218A-7456BA238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70E34-7342-4287-DC25-C4AFACA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8122-C958-9E93-AC84-61631BA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5505-60D3-2B06-F189-4B0EBB32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48B6-001D-4EBB-8CF7-2C8CC049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64A8-3428-7A85-0C3B-63EDA87A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3D39-2A41-84A8-A630-60A83637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8A9E-33D1-FE2F-FC30-DFC67290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58863-7E5B-6609-1316-4E9502A0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3D2F-51A1-224A-E0DD-89012271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3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815D-4BDA-8F34-EC79-762B78B5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BB24-AE03-1F7F-50F7-EC54A100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E9726-CFE7-F65C-B429-9F965AA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23C3-F44F-BCDE-EAB8-2B4BC2B6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0560-3626-335B-FE67-7462C26E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3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880-DBFB-7CF0-E813-B1C2BCC9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79F0-599D-0078-5C5D-BA6897767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A5B3-6374-D497-3A2A-835D2F0E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3AF21-5C2D-F9EA-33B8-2FD99E9D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2DE9-D18C-49FC-A30B-13C7F05A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943F-988F-3EE7-E93F-D785A578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A58C-5468-1249-9EBB-4C9AB3CA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FDF2-C4AC-1911-9029-E53D3A1D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259E-34B8-8664-6751-8E827F29E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C0BD2-EA8A-61C0-5EEC-6063D2BB0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49286-1846-B3A2-EDB3-07793870D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B8ED1-6C35-2210-182F-09ACB8C2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DBD72-374E-928B-6BFD-77EC8D8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6C763-5AE9-81F3-050F-D37C330B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F3F7-0C39-B97F-DB62-65D4423B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58122-2EBF-1420-EBA1-025AE293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E5C44-D837-2E86-20AC-0971D45E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50F6F-3F2B-D3A0-E03E-E203D8A0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0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32A31-8304-713F-89BC-15952974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2791C-F312-33C8-6D20-3E1CB388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8530F-A362-BB20-F966-67A6BF21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8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2D4-854C-2039-8809-A3FEAFA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5B4A-4F74-31C3-367B-EA7368FE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93B78-8546-34B5-A4D0-6F90168F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A795-375E-DBF5-8F85-C0DA6DA2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75A53-8902-0C56-E213-5B6E86AB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705E-0CAC-FE20-DCAE-CF82123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2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9754-568E-B937-674A-447C8F51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C0108-56CD-1597-D317-FF5DD190F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9174-8E82-9F93-5426-8A18B1C37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2C3D-8315-3618-0495-E37BD2E7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D0E2-B840-5733-180C-EE48F7D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6397-07C6-13AB-6A0C-BC1FC79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318B-868D-6488-34DE-EC9AFA08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76C52-E272-D2E4-6AA7-9C04723F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A73D-7ABC-2738-FD9E-E160D9EB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E4DF-D48C-781B-61EA-6DDB678C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5E82-571F-40CA-F322-9F13235B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4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995B4-166F-6B0A-D17C-272CE98C9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66DFD-5BBB-B9B6-C24E-E8DBD5EF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7FB8-2D7A-FA21-479A-538DB7F0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80BB0-BCC4-8A9D-B1D2-56C85417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9905-D10D-642D-0311-2A9F4FE1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8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F10A0-2812-4D63-275F-CE64009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B6338-BAAD-E66A-D7F3-A2F4F018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9F44-FD0A-777F-7E94-18D337D4B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4526D-4427-92C1-7E97-501FF7DE2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1F7D-B59C-8C8A-AB6D-085B3B463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lightbi.com/us-commercial-airport-traffic-in-september-202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kannimer/air-passengers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29FA-2012-1523-A1E4-9F067934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61" y="1765738"/>
            <a:ext cx="11348477" cy="1977100"/>
          </a:xfrm>
          <a:gradFill flip="none" rotWithShape="1">
            <a:gsLst>
              <a:gs pos="0">
                <a:srgbClr val="6A8C71">
                  <a:alpha val="50000"/>
                </a:srgbClr>
              </a:gs>
              <a:gs pos="62000">
                <a:srgbClr val="9BCAA6">
                  <a:alpha val="80000"/>
                </a:srgbClr>
              </a:gs>
              <a:gs pos="78000">
                <a:srgbClr val="FFFFFF">
                  <a:alpha val="80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  <a:tileRect/>
          </a:gradFill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effectLst>
                  <a:glow rad="127000">
                    <a:schemeClr val="bg1">
                      <a:alpha val="0"/>
                    </a:schemeClr>
                  </a:glow>
                </a:effectLst>
                <a:latin typeface="Segoe UI Variable Text Semibold" pitchFamily="2" charset="0"/>
              </a:rPr>
              <a:t>Forecasting number of airline passengers based on historical data</a:t>
            </a:r>
            <a:br>
              <a:rPr lang="en-US" dirty="0">
                <a:effectLst>
                  <a:glow rad="127000">
                    <a:schemeClr val="bg1">
                      <a:alpha val="0"/>
                    </a:schemeClr>
                  </a:glow>
                </a:effectLst>
                <a:latin typeface="Segoe UI Variable Text Semibold" pitchFamily="2" charset="0"/>
              </a:rPr>
            </a:br>
            <a:endParaRPr lang="en-IN" sz="2400" dirty="0">
              <a:effectLst>
                <a:glow rad="127000">
                  <a:schemeClr val="bg1">
                    <a:alpha val="0"/>
                  </a:schemeClr>
                </a:glow>
              </a:effectLst>
              <a:latin typeface="Segoe UI Variable Text Semibold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C1671-3AB7-564D-B719-79035969A8DA}"/>
              </a:ext>
            </a:extLst>
          </p:cNvPr>
          <p:cNvSpPr txBox="1">
            <a:spLocks/>
          </p:cNvSpPr>
          <p:nvPr/>
        </p:nvSpPr>
        <p:spPr>
          <a:xfrm>
            <a:off x="421761" y="3729261"/>
            <a:ext cx="11348478" cy="710602"/>
          </a:xfrm>
          <a:prstGeom prst="rect">
            <a:avLst/>
          </a:prstGeom>
          <a:gradFill flip="none" rotWithShape="1">
            <a:gsLst>
              <a:gs pos="0">
                <a:srgbClr val="6A8C71">
                  <a:alpha val="50000"/>
                </a:srgbClr>
              </a:gs>
              <a:gs pos="62000">
                <a:srgbClr val="9BCAA6">
                  <a:alpha val="80000"/>
                </a:srgbClr>
              </a:gs>
              <a:gs pos="78000">
                <a:srgbClr val="FFFFFF">
                  <a:alpha val="80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latin typeface="Segoe UI Variable Text Semibold" pitchFamily="2" charset="0"/>
              </a:rPr>
              <a:t>By Rohan Thampi</a:t>
            </a:r>
            <a:endParaRPr lang="en-IN" sz="3200" dirty="0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9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803EE0D3-3CD5-6CF0-3A7B-013A96C8F2A0}"/>
              </a:ext>
            </a:extLst>
          </p:cNvPr>
          <p:cNvSpPr/>
          <p:nvPr/>
        </p:nvSpPr>
        <p:spPr>
          <a:xfrm rot="10800000">
            <a:off x="2913531" y="1089220"/>
            <a:ext cx="376517" cy="394447"/>
          </a:xfrm>
          <a:prstGeom prst="downArrow">
            <a:avLst/>
          </a:prstGeom>
          <a:solidFill>
            <a:srgbClr val="9BCA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AE077CE-2C97-6746-BE74-B8EBEF1564AD}"/>
              </a:ext>
            </a:extLst>
          </p:cNvPr>
          <p:cNvSpPr/>
          <p:nvPr/>
        </p:nvSpPr>
        <p:spPr>
          <a:xfrm rot="10800000">
            <a:off x="6212543" y="1089221"/>
            <a:ext cx="376517" cy="394447"/>
          </a:xfrm>
          <a:prstGeom prst="downArrow">
            <a:avLst/>
          </a:prstGeom>
          <a:solidFill>
            <a:srgbClr val="9BCA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8EBD1-6A53-35A2-F4BD-861DD9D6A745}"/>
              </a:ext>
            </a:extLst>
          </p:cNvPr>
          <p:cNvSpPr txBox="1"/>
          <p:nvPr/>
        </p:nvSpPr>
        <p:spPr>
          <a:xfrm>
            <a:off x="3397626" y="1153049"/>
            <a:ext cx="254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Popularity of air travel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1D237-3BE2-3B52-729C-992D99E291EA}"/>
              </a:ext>
            </a:extLst>
          </p:cNvPr>
          <p:cNvSpPr txBox="1"/>
          <p:nvPr/>
        </p:nvSpPr>
        <p:spPr>
          <a:xfrm>
            <a:off x="6705699" y="1153049"/>
            <a:ext cx="2707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Number of passengers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28805-85AC-7DF3-4A3A-43706D9565D0}"/>
              </a:ext>
            </a:extLst>
          </p:cNvPr>
          <p:cNvSpPr txBox="1"/>
          <p:nvPr/>
        </p:nvSpPr>
        <p:spPr>
          <a:xfrm>
            <a:off x="8032478" y="1750988"/>
            <a:ext cx="348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… But very variable over time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C3673-6182-B65C-9199-209FEA0BBF77}"/>
              </a:ext>
            </a:extLst>
          </p:cNvPr>
          <p:cNvSpPr txBox="1"/>
          <p:nvPr/>
        </p:nvSpPr>
        <p:spPr>
          <a:xfrm>
            <a:off x="3074893" y="6397492"/>
            <a:ext cx="6589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 Variable Small" pitchFamily="2" charset="0"/>
                <a:hlinkClick r:id="rId3"/>
              </a:rPr>
              <a:t>https://flightbi.com/us-commercial-airport-traffic-in-september-2024/</a:t>
            </a:r>
            <a:endParaRPr lang="en-US" sz="1400" dirty="0">
              <a:latin typeface="Segoe UI Variable Small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DB530F-65E3-A5EA-4CB1-2DD9E20D0B3B}"/>
              </a:ext>
            </a:extLst>
          </p:cNvPr>
          <p:cNvGrpSpPr/>
          <p:nvPr/>
        </p:nvGrpSpPr>
        <p:grpSpPr>
          <a:xfrm>
            <a:off x="26891" y="2178555"/>
            <a:ext cx="12165109" cy="4026043"/>
            <a:chOff x="26891" y="2178555"/>
            <a:chExt cx="12165109" cy="4026043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9963539-5D7A-166A-2875-72AFED46CD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4" t="6907" r="1789" b="8068"/>
            <a:stretch/>
          </p:blipFill>
          <p:spPr bwMode="auto">
            <a:xfrm>
              <a:off x="26891" y="2178555"/>
              <a:ext cx="12165109" cy="402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8DFCF8-5FBB-7116-8540-A082A1EEE6F8}"/>
                </a:ext>
              </a:extLst>
            </p:cNvPr>
            <p:cNvSpPr/>
            <p:nvPr/>
          </p:nvSpPr>
          <p:spPr>
            <a:xfrm>
              <a:off x="7530352" y="6042212"/>
              <a:ext cx="788894" cy="16238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555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11605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A6C5DBB-33FC-917D-7D3C-B95A5DB36536}"/>
              </a:ext>
            </a:extLst>
          </p:cNvPr>
          <p:cNvSpPr txBox="1"/>
          <p:nvPr/>
        </p:nvSpPr>
        <p:spPr>
          <a:xfrm>
            <a:off x="650054" y="3413254"/>
            <a:ext cx="6675894" cy="2704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Who does the solution benefit </a:t>
            </a:r>
            <a:r>
              <a:rPr lang="en-US" sz="2400" dirty="0">
                <a:latin typeface="Segoe UI Variable Small" pitchFamily="2" charset="0"/>
              </a:rPr>
              <a:t>– AIRLINES!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Segoe UI Variable Small" pitchFamily="2" charset="0"/>
            </a:endParaRPr>
          </a:p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What is the benefit –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Better financial planning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Understanding manpower requirement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Improve airport services and reduce risks</a:t>
            </a:r>
          </a:p>
        </p:txBody>
      </p:sp>
      <p:pic>
        <p:nvPicPr>
          <p:cNvPr id="1034" name="Picture 10" descr="boarding, airplane, passengers">
            <a:extLst>
              <a:ext uri="{FF2B5EF4-FFF2-40B4-BE49-F238E27FC236}">
                <a16:creationId xmlns:a16="http://schemas.microsoft.com/office/drawing/2014/main" id="{C5B7B3E2-B421-70D0-4BC8-134513151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7582"/>
          <a:stretch/>
        </p:blipFill>
        <p:spPr bwMode="auto">
          <a:xfrm>
            <a:off x="651037" y="925111"/>
            <a:ext cx="3801035" cy="193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xplaining the Meaning Behind Airport Runway Digits">
            <a:extLst>
              <a:ext uri="{FF2B5EF4-FFF2-40B4-BE49-F238E27FC236}">
                <a16:creationId xmlns:a16="http://schemas.microsoft.com/office/drawing/2014/main" id="{20E43CB0-40C8-5021-8150-C3694CD2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365" y="5321174"/>
            <a:ext cx="1753274" cy="98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9EA50D-DC68-A718-DD63-2EE7B82F14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7" r="23815"/>
          <a:stretch/>
        </p:blipFill>
        <p:spPr>
          <a:xfrm>
            <a:off x="10020639" y="5321174"/>
            <a:ext cx="1286512" cy="9841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0BE384F-DC3A-3D45-5C60-6653F0C3B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985" y="4269102"/>
            <a:ext cx="2248569" cy="105207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5FA72C-E8F6-9A0F-A084-2079C4D3550B}"/>
              </a:ext>
            </a:extLst>
          </p:cNvPr>
          <p:cNvSpPr txBox="1"/>
          <p:nvPr/>
        </p:nvSpPr>
        <p:spPr>
          <a:xfrm>
            <a:off x="4864452" y="977350"/>
            <a:ext cx="6528960" cy="181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b="1" dirty="0">
                <a:latin typeface="Segoe UI Variable Small" pitchFamily="2" charset="0"/>
              </a:rPr>
              <a:t>What is the problem </a:t>
            </a:r>
            <a:r>
              <a:rPr lang="en-US" sz="2400" dirty="0">
                <a:latin typeface="Segoe UI Variable Small" pitchFamily="2" charset="0"/>
              </a:rPr>
              <a:t>– 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latin typeface="Segoe UI Variable Small" pitchFamily="2" charset="0"/>
              </a:rPr>
              <a:t>Accurately predict the number of passengers at a particular point in time</a:t>
            </a:r>
          </a:p>
          <a:p>
            <a:pPr>
              <a:lnSpc>
                <a:spcPct val="125000"/>
              </a:lnSpc>
            </a:pPr>
            <a:endParaRPr lang="en-US" sz="2400" dirty="0">
              <a:latin typeface="Segoe UI Variable Small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3D2D263-1C88-DFD5-398E-193B8E27E7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366" y="2824957"/>
            <a:ext cx="3031067" cy="142918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EE0072B-0C6A-58A4-6532-379DE2E97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9498" y="4269102"/>
            <a:ext cx="2081129" cy="105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5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How to approach the problem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92556-5E52-F293-655F-A25EF07B6A03}"/>
              </a:ext>
            </a:extLst>
          </p:cNvPr>
          <p:cNvSpPr txBox="1"/>
          <p:nvPr/>
        </p:nvSpPr>
        <p:spPr>
          <a:xfrm>
            <a:off x="646917" y="4819713"/>
            <a:ext cx="11015996" cy="1431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IN" sz="2400" b="1" dirty="0">
                <a:latin typeface="Segoe UI Variable Small" pitchFamily="2" charset="0"/>
              </a:rPr>
              <a:t>Data: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Air Passengers - </a:t>
            </a:r>
            <a:r>
              <a:rPr lang="en-US" sz="2400" dirty="0">
                <a:hlinkClick r:id="rId3"/>
              </a:rPr>
              <a:t>https://www.kaggle.com/datasets/rakannimer/air-passengers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2 features – Number of passengers , month</a:t>
            </a:r>
            <a:r>
              <a:rPr lang="en-IN" sz="2400" dirty="0">
                <a:latin typeface="Segoe UI Variable Small" pitchFamily="2" charset="0"/>
              </a:rPr>
              <a:t> (1949 – 1960)</a:t>
            </a:r>
            <a:endParaRPr lang="en-US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2397D6-C145-E9DF-D3A5-868F326924B1}"/>
              </a:ext>
            </a:extLst>
          </p:cNvPr>
          <p:cNvGrpSpPr/>
          <p:nvPr/>
        </p:nvGrpSpPr>
        <p:grpSpPr>
          <a:xfrm>
            <a:off x="646917" y="1025925"/>
            <a:ext cx="8816260" cy="2816540"/>
            <a:chOff x="579366" y="1034768"/>
            <a:chExt cx="8816260" cy="28165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D5FAD65-389D-1B26-6D7F-799D1651BB99}"/>
                </a:ext>
              </a:extLst>
            </p:cNvPr>
            <p:cNvSpPr txBox="1"/>
            <p:nvPr/>
          </p:nvSpPr>
          <p:spPr>
            <a:xfrm>
              <a:off x="579366" y="1034768"/>
              <a:ext cx="8816260" cy="281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25000"/>
                </a:lnSpc>
              </a:pPr>
              <a:r>
                <a:rPr lang="en-US" sz="2400" dirty="0">
                  <a:latin typeface="Segoe UI Variable Small" pitchFamily="2" charset="0"/>
                </a:rPr>
                <a:t>Supervised learning – influencing factors are hard to determine (demography, geography, behavioral, </a:t>
              </a:r>
              <a:r>
                <a:rPr lang="en-US" sz="2400" dirty="0" err="1">
                  <a:latin typeface="Segoe UI Variable Small" pitchFamily="2" charset="0"/>
                </a:rPr>
                <a:t>economic,etc</a:t>
              </a:r>
              <a:r>
                <a:rPr lang="en-US" sz="2400" dirty="0">
                  <a:latin typeface="Segoe UI Variable Small" pitchFamily="2" charset="0"/>
                </a:rPr>
                <a:t>) - need complex Neural Networks.</a:t>
              </a:r>
            </a:p>
            <a:p>
              <a:pPr lvl="1">
                <a:lnSpc>
                  <a:spcPct val="125000"/>
                </a:lnSpc>
              </a:pPr>
              <a:endParaRPr lang="en-US" sz="2400" dirty="0">
                <a:latin typeface="Segoe UI Variable Small" pitchFamily="2" charset="0"/>
              </a:endParaRPr>
            </a:p>
            <a:p>
              <a:pPr lvl="1">
                <a:lnSpc>
                  <a:spcPct val="125000"/>
                </a:lnSpc>
              </a:pPr>
              <a:r>
                <a:rPr lang="en-IN" sz="2400" dirty="0">
                  <a:latin typeface="Segoe UI Variable Small" pitchFamily="2" charset="0"/>
                </a:rPr>
                <a:t>Time series – simpler models that only need historical time series data.</a:t>
              </a:r>
            </a:p>
          </p:txBody>
        </p:sp>
        <p:pic>
          <p:nvPicPr>
            <p:cNvPr id="15" name="Picture 2" descr="Red X Mark Vector Art, Icons, and Graphics for Free Download">
              <a:extLst>
                <a:ext uri="{FF2B5EF4-FFF2-40B4-BE49-F238E27FC236}">
                  <a16:creationId xmlns:a16="http://schemas.microsoft.com/office/drawing/2014/main" id="{5E26BDF8-DD2D-7475-4419-1C054BE22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272" y="1140278"/>
              <a:ext cx="511462" cy="481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E88EF2AD-5972-A920-1094-4DD04DFA0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789" y="2884399"/>
              <a:ext cx="445425" cy="5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Time Analysis Icons - Free SVG &amp; PNG Time Analysis Images - Noun Project">
            <a:extLst>
              <a:ext uri="{FF2B5EF4-FFF2-40B4-BE49-F238E27FC236}">
                <a16:creationId xmlns:a16="http://schemas.microsoft.com/office/drawing/2014/main" id="{CAA855BD-34A9-3065-AA08-30A08324C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571" y="2875556"/>
            <a:ext cx="1261836" cy="126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ownload Free Neural Network Icons in PNG &amp; SVG">
            <a:extLst>
              <a:ext uri="{FF2B5EF4-FFF2-40B4-BE49-F238E27FC236}">
                <a16:creationId xmlns:a16="http://schemas.microsoft.com/office/drawing/2014/main" id="{E4EE852E-2B72-1D29-90E5-B8231A6A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571" y="1021289"/>
            <a:ext cx="1183150" cy="118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50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wrangling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5735169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dirty="0">
                <a:latin typeface="Segoe UI Variable Small" pitchFamily="2" charset="0"/>
              </a:rPr>
              <a:t>No duplicates/missing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65975076-6A2E-2533-6E11-BBE2BE83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03" y="1915345"/>
            <a:ext cx="4367393" cy="353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DD91CB-65EA-7B22-0CD0-FD38D23101F1}"/>
              </a:ext>
            </a:extLst>
          </p:cNvPr>
          <p:cNvSpPr txBox="1"/>
          <p:nvPr/>
        </p:nvSpPr>
        <p:spPr>
          <a:xfrm>
            <a:off x="1169103" y="5454574"/>
            <a:ext cx="52966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egoe UI Variable Small" pitchFamily="2" charset="0"/>
              </a:rPr>
              <a:t>Legend for annotation:</a:t>
            </a:r>
          </a:p>
          <a:p>
            <a:r>
              <a:rPr lang="en-US" sz="1400" dirty="0">
                <a:latin typeface="Segoe UI Variable Small" pitchFamily="2" charset="0"/>
              </a:rPr>
              <a:t>0 = Data is absent (Missing data; Gaps in time series trend)</a:t>
            </a:r>
          </a:p>
          <a:p>
            <a:r>
              <a:rPr lang="en-US" sz="1400" dirty="0">
                <a:latin typeface="Segoe UI Variable Small" pitchFamily="2" charset="0"/>
              </a:rPr>
              <a:t>1 = Data present for the month</a:t>
            </a:r>
          </a:p>
          <a:p>
            <a:r>
              <a:rPr lang="en-US" sz="1400" dirty="0">
                <a:latin typeface="Segoe UI Variable Small" pitchFamily="2" charset="0"/>
              </a:rPr>
              <a:t>2 = Duplicate data identified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3A1C699-E95E-1425-E332-38A064B86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506" y="1816690"/>
            <a:ext cx="4451725" cy="418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4B3B99-D916-6B03-B914-39148E10FFEA}"/>
              </a:ext>
            </a:extLst>
          </p:cNvPr>
          <p:cNvSpPr txBox="1"/>
          <p:nvPr/>
        </p:nvSpPr>
        <p:spPr>
          <a:xfrm>
            <a:off x="7272068" y="1184588"/>
            <a:ext cx="3710396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dirty="0">
                <a:latin typeface="Segoe UI Variable Small" pitchFamily="2" charset="0"/>
              </a:rPr>
              <a:t>No outliers</a:t>
            </a:r>
          </a:p>
        </p:txBody>
      </p:sp>
    </p:spTree>
    <p:extLst>
      <p:ext uri="{BB962C8B-B14F-4D97-AF65-F5344CB8AC3E}">
        <p14:creationId xmlns:p14="http://schemas.microsoft.com/office/powerpoint/2010/main" val="22306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4DFEC1BB-6AE2-FFB3-3A9E-D4AC195B9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90" y="1107042"/>
            <a:ext cx="545752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91471" y="5479561"/>
            <a:ext cx="11724841" cy="86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Segoe UI Variable Small" pitchFamily="2" charset="0"/>
              </a:rPr>
              <a:t>The additive models still leaves behind some trends in the residuals after decomposition. Thus </a:t>
            </a:r>
            <a:r>
              <a:rPr lang="en-US" sz="2200" b="1" dirty="0">
                <a:latin typeface="Segoe UI Variable Small" pitchFamily="2" charset="0"/>
              </a:rPr>
              <a:t>multiplicative model </a:t>
            </a:r>
            <a:r>
              <a:rPr lang="en-US" sz="2200" dirty="0">
                <a:latin typeface="Segoe UI Variable Small" pitchFamily="2" charset="0"/>
              </a:rPr>
              <a:t>was chosen for decomposition.</a:t>
            </a:r>
            <a:endParaRPr lang="en-IN" sz="2200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21F6560-CFD6-719F-D592-6713E371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95" y="1107042"/>
            <a:ext cx="54575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4F03F-2A11-5508-E117-D3330787BFC7}"/>
              </a:ext>
            </a:extLst>
          </p:cNvPr>
          <p:cNvSpPr/>
          <p:nvPr/>
        </p:nvSpPr>
        <p:spPr>
          <a:xfrm>
            <a:off x="707365" y="4112950"/>
            <a:ext cx="5388635" cy="8773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77845-8493-0D69-42BA-08AA00094CF9}"/>
              </a:ext>
            </a:extLst>
          </p:cNvPr>
          <p:cNvSpPr/>
          <p:nvPr/>
        </p:nvSpPr>
        <p:spPr>
          <a:xfrm>
            <a:off x="6253892" y="4105959"/>
            <a:ext cx="5388635" cy="8773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55688" y="5417302"/>
            <a:ext cx="5740313" cy="10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Gradual decline </a:t>
            </a:r>
            <a:r>
              <a:rPr lang="en-US" dirty="0">
                <a:latin typeface="Segoe UI Variable Small" pitchFamily="2" charset="0"/>
              </a:rPr>
              <a:t>– long-term dependency (i.e. past values have a prolonged effect).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Segoe UI Variable Small" pitchFamily="2" charset="0"/>
              </a:rPr>
              <a:t>Many significant values – </a:t>
            </a:r>
            <a:r>
              <a:rPr lang="en-US" b="1" dirty="0">
                <a:latin typeface="Segoe UI Variable Small" pitchFamily="2" charset="0"/>
              </a:rPr>
              <a:t>Non-stationary </a:t>
            </a:r>
            <a:r>
              <a:rPr lang="en-US" dirty="0">
                <a:latin typeface="Segoe UI Variable Small" pitchFamily="2" charset="0"/>
              </a:rPr>
              <a:t>data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7834ECF3-6CE9-5C12-DE26-04122B5A3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88" y="1108220"/>
            <a:ext cx="54102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70A0AE1-B13D-6264-0131-76BE9A87E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595" y="1108220"/>
            <a:ext cx="54102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957B2A-11A0-5C36-4839-4C998974E5E6}"/>
              </a:ext>
            </a:extLst>
          </p:cNvPr>
          <p:cNvSpPr txBox="1"/>
          <p:nvPr/>
        </p:nvSpPr>
        <p:spPr>
          <a:xfrm>
            <a:off x="6225311" y="5442615"/>
            <a:ext cx="5865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Likely requires </a:t>
            </a:r>
            <a:r>
              <a:rPr lang="en-US" b="1" dirty="0">
                <a:latin typeface="Segoe UI Variable Small" pitchFamily="2" charset="0"/>
              </a:rPr>
              <a:t>AR(2)</a:t>
            </a:r>
            <a:r>
              <a:rPr lang="en-US" dirty="0">
                <a:latin typeface="Segoe UI Variable Small" pitchFamily="2" charset="0"/>
              </a:rPr>
              <a:t> model (i.e. p=2). </a:t>
            </a:r>
          </a:p>
          <a:p>
            <a:r>
              <a:rPr lang="en-US" dirty="0">
                <a:latin typeface="Segoe UI Variable Small" pitchFamily="2" charset="0"/>
              </a:rPr>
              <a:t>Isolated significant values at certain lags (</a:t>
            </a:r>
            <a:r>
              <a:rPr lang="en-US" dirty="0">
                <a:solidFill>
                  <a:srgbClr val="FF0000"/>
                </a:solidFill>
                <a:latin typeface="Segoe UI Variable Small" pitchFamily="2" charset="0"/>
              </a:rPr>
              <a:t>1, 2, 9 </a:t>
            </a:r>
            <a:r>
              <a:rPr lang="en-US" dirty="0">
                <a:latin typeface="Segoe UI Variable Small" pitchFamily="2" charset="0"/>
              </a:rPr>
              <a:t>&amp;</a:t>
            </a:r>
            <a:r>
              <a:rPr lang="en-US" dirty="0">
                <a:solidFill>
                  <a:srgbClr val="FF0000"/>
                </a:solidFill>
                <a:latin typeface="Segoe UI Variable Small" pitchFamily="2" charset="0"/>
              </a:rPr>
              <a:t> 13</a:t>
            </a:r>
            <a:r>
              <a:rPr lang="en-US" dirty="0">
                <a:latin typeface="Segoe UI Variable Small" pitchFamily="2" charset="0"/>
              </a:rPr>
              <a:t>) – </a:t>
            </a:r>
            <a:r>
              <a:rPr lang="en-US" b="1" dirty="0">
                <a:latin typeface="Segoe UI Variable Small" pitchFamily="2" charset="0"/>
              </a:rPr>
              <a:t>important predictors </a:t>
            </a:r>
            <a:r>
              <a:rPr lang="en-US" dirty="0">
                <a:latin typeface="Segoe UI Variable Small" pitchFamily="2" charset="0"/>
              </a:rPr>
              <a:t>for the current value.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F9F43-BD44-2E76-9DA1-52CA8E9012A4}"/>
              </a:ext>
            </a:extLst>
          </p:cNvPr>
          <p:cNvSpPr/>
          <p:nvPr/>
        </p:nvSpPr>
        <p:spPr>
          <a:xfrm>
            <a:off x="1281107" y="1360785"/>
            <a:ext cx="2421318" cy="18575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585D4-711B-3BE1-9232-54C1259BAC74}"/>
              </a:ext>
            </a:extLst>
          </p:cNvPr>
          <p:cNvSpPr/>
          <p:nvPr/>
        </p:nvSpPr>
        <p:spPr>
          <a:xfrm>
            <a:off x="7227112" y="1424940"/>
            <a:ext cx="202387" cy="1729740"/>
          </a:xfrm>
          <a:prstGeom prst="rect">
            <a:avLst/>
          </a:prstGeom>
          <a:solidFill>
            <a:srgbClr val="FF0000">
              <a:alpha val="29000"/>
            </a:srgbClr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02AF8B-AF5A-E64A-168B-7B5116BC5FDE}"/>
              </a:ext>
            </a:extLst>
          </p:cNvPr>
          <p:cNvSpPr/>
          <p:nvPr/>
        </p:nvSpPr>
        <p:spPr>
          <a:xfrm>
            <a:off x="7429499" y="3154680"/>
            <a:ext cx="202387" cy="548641"/>
          </a:xfrm>
          <a:prstGeom prst="rect">
            <a:avLst/>
          </a:prstGeom>
          <a:solidFill>
            <a:srgbClr val="FF0000">
              <a:alpha val="29000"/>
            </a:srgbClr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8BB1AD-5248-8F86-E83B-B8A3C4813E6F}"/>
              </a:ext>
            </a:extLst>
          </p:cNvPr>
          <p:cNvSpPr/>
          <p:nvPr/>
        </p:nvSpPr>
        <p:spPr>
          <a:xfrm>
            <a:off x="8751790" y="2689859"/>
            <a:ext cx="202387" cy="464567"/>
          </a:xfrm>
          <a:prstGeom prst="rect">
            <a:avLst/>
          </a:prstGeom>
          <a:solidFill>
            <a:srgbClr val="FF0000">
              <a:alpha val="29000"/>
            </a:srgbClr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69019-9F6B-29CC-201E-6119E1F2ADE4}"/>
              </a:ext>
            </a:extLst>
          </p:cNvPr>
          <p:cNvSpPr/>
          <p:nvPr/>
        </p:nvSpPr>
        <p:spPr>
          <a:xfrm>
            <a:off x="9505504" y="3154426"/>
            <a:ext cx="202387" cy="1013714"/>
          </a:xfrm>
          <a:prstGeom prst="rect">
            <a:avLst/>
          </a:prstGeom>
          <a:solidFill>
            <a:srgbClr val="FF0000">
              <a:alpha val="29000"/>
            </a:srgbClr>
          </a:solidFill>
          <a:ln w="285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8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dictive models - Free computer icons">
            <a:extLst>
              <a:ext uri="{FF2B5EF4-FFF2-40B4-BE49-F238E27FC236}">
                <a16:creationId xmlns:a16="http://schemas.microsoft.com/office/drawing/2014/main" id="{D08A0857-AC30-139D-0197-C50E98FC6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60" y="0"/>
            <a:ext cx="6939280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E979DD-8DBC-3C13-D97C-0091300F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360" y="2534920"/>
            <a:ext cx="6939280" cy="1625600"/>
          </a:xfrm>
          <a:gradFill flip="none" rotWithShape="1">
            <a:gsLst>
              <a:gs pos="0">
                <a:srgbClr val="91CBD7">
                  <a:alpha val="50000"/>
                </a:srgbClr>
              </a:gs>
              <a:gs pos="53000">
                <a:srgbClr val="FFD086">
                  <a:alpha val="50000"/>
                </a:srgbClr>
              </a:gs>
              <a:gs pos="100000">
                <a:srgbClr val="91CBD7">
                  <a:alpha val="50000"/>
                </a:srgbClr>
              </a:gs>
            </a:gsLst>
            <a:lin ang="0" scaled="1"/>
            <a:tileRect/>
          </a:gradFill>
        </p:spPr>
        <p:txBody>
          <a:bodyPr anchor="ctr">
            <a:normAutofit/>
          </a:bodyPr>
          <a:lstStyle/>
          <a:p>
            <a:pPr algn="ctr"/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effectLst/>
                <a:latin typeface="Segoe UI Variable Text Semibold" pitchFamily="2" charset="0"/>
              </a:rPr>
              <a:t>Modelling</a:t>
            </a:r>
          </a:p>
        </p:txBody>
      </p:sp>
    </p:spTree>
    <p:extLst>
      <p:ext uri="{BB962C8B-B14F-4D97-AF65-F5344CB8AC3E}">
        <p14:creationId xmlns:p14="http://schemas.microsoft.com/office/powerpoint/2010/main" val="342773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ARIMA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346978" y="868728"/>
            <a:ext cx="5740313" cy="39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ADF test </a:t>
            </a:r>
            <a:r>
              <a:rPr lang="en-US" dirty="0">
                <a:latin typeface="Segoe UI Variable Small" pitchFamily="2" charset="0"/>
              </a:rPr>
              <a:t>–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Test for differencing order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26B90C-298A-6CE6-399F-5BBCD796BA7B}"/>
              </a:ext>
            </a:extLst>
          </p:cNvPr>
          <p:cNvSpPr txBox="1"/>
          <p:nvPr/>
        </p:nvSpPr>
        <p:spPr>
          <a:xfrm>
            <a:off x="304800" y="2244496"/>
            <a:ext cx="66375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for 1st order of differencing falls under 0.05 (95% CI).</a:t>
            </a:r>
          </a:p>
          <a:p>
            <a:r>
              <a:rPr lang="en-US" sz="1600" dirty="0">
                <a:latin typeface="Segoe UI Variable Small" pitchFamily="2" charset="0"/>
              </a:rPr>
              <a:t>Thus, at least a 1st order of differencing is required for data </a:t>
            </a:r>
            <a:br>
              <a:rPr lang="en-US" sz="1600" dirty="0">
                <a:latin typeface="Segoe UI Variable Small" pitchFamily="2" charset="0"/>
              </a:rPr>
            </a:br>
            <a:r>
              <a:rPr lang="en-US" sz="1600" dirty="0">
                <a:latin typeface="Segoe UI Variable Small" pitchFamily="2" charset="0"/>
              </a:rPr>
              <a:t>(or d=1 or higher)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775F89-58E7-A3AF-CD7C-075DBDA3F439}"/>
              </a:ext>
            </a:extLst>
          </p:cNvPr>
          <p:cNvGrpSpPr/>
          <p:nvPr/>
        </p:nvGrpSpPr>
        <p:grpSpPr>
          <a:xfrm>
            <a:off x="304800" y="1397495"/>
            <a:ext cx="4648917" cy="820305"/>
            <a:chOff x="346977" y="1544203"/>
            <a:chExt cx="4648917" cy="8203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357BBE-F73A-CCC1-9296-F34C082A7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604" y="1544203"/>
              <a:ext cx="4507773" cy="8203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4EA1E3-DAFC-3A0E-2A9A-4CEB6D087B02}"/>
                </a:ext>
              </a:extLst>
            </p:cNvPr>
            <p:cNvSpPr/>
            <p:nvPr/>
          </p:nvSpPr>
          <p:spPr>
            <a:xfrm>
              <a:off x="346977" y="1962024"/>
              <a:ext cx="4648917" cy="339115"/>
            </a:xfrm>
            <a:prstGeom prst="rect">
              <a:avLst/>
            </a:prstGeom>
            <a:noFill/>
            <a:ln w="28575" cap="flat" cmpd="sng" algn="ctr">
              <a:solidFill>
                <a:srgbClr val="F0AB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BB82FBC-50E1-604D-1B50-F18AAC54DFAD}"/>
              </a:ext>
            </a:extLst>
          </p:cNvPr>
          <p:cNvSpPr txBox="1"/>
          <p:nvPr/>
        </p:nvSpPr>
        <p:spPr>
          <a:xfrm>
            <a:off x="6451687" y="865736"/>
            <a:ext cx="5740313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latin typeface="Segoe UI Variable Small" pitchFamily="2" charset="0"/>
              </a:rPr>
              <a:t>Finding best order for ARIMA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 Variable Small" pitchFamily="2" charset="0"/>
              </a:rPr>
              <a:t>Hyperparameter tested p &amp; q – values [taking d = 1 or 2] (</a:t>
            </a:r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0, 2, 1) </a:t>
            </a:r>
            <a:r>
              <a:rPr lang="en-US" sz="1600" dirty="0">
                <a:latin typeface="Segoe UI Variable Small" pitchFamily="2" charset="0"/>
              </a:rPr>
              <a:t>to give the best RMSE score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 Variable Small" pitchFamily="2" charset="0"/>
              </a:rPr>
              <a:t>Trend parameter was found to have no impact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608912-DE32-14AC-8A0F-3166ACB18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52" y="2167865"/>
            <a:ext cx="3381847" cy="1019317"/>
          </a:xfrm>
          <a:prstGeom prst="rect">
            <a:avLst/>
          </a:prstGeom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B52CF811-FCA6-DEA2-1E43-EE413F974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84" y="3173748"/>
            <a:ext cx="6853380" cy="371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86054F-0C27-3B99-8A98-1E307FDD17F1}"/>
              </a:ext>
            </a:extLst>
          </p:cNvPr>
          <p:cNvSpPr txBox="1"/>
          <p:nvPr/>
        </p:nvSpPr>
        <p:spPr>
          <a:xfrm>
            <a:off x="5139037" y="3412825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69.965</a:t>
            </a:r>
          </a:p>
        </p:txBody>
      </p:sp>
    </p:spTree>
    <p:extLst>
      <p:ext uri="{BB962C8B-B14F-4D97-AF65-F5344CB8AC3E}">
        <p14:creationId xmlns:p14="http://schemas.microsoft.com/office/powerpoint/2010/main" val="63291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802E60-51CB-D8BE-49D5-1B6536FE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7" y="1334163"/>
            <a:ext cx="4572306" cy="9321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SARIMA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08987" y="906174"/>
            <a:ext cx="3441577" cy="39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Segoe UI Variable Small" pitchFamily="2" charset="0"/>
              </a:rPr>
              <a:t>ADF test </a:t>
            </a:r>
            <a:r>
              <a:rPr lang="en-US" dirty="0">
                <a:latin typeface="Segoe UI Variable Small" pitchFamily="2" charset="0"/>
              </a:rPr>
              <a:t>–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Case 1 : d = 2</a:t>
            </a:r>
            <a:endParaRPr lang="en-IN" dirty="0">
              <a:latin typeface="Segoe UI Variable Small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4921E77-53E7-BBFF-169B-0F63C8CBA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581" y="1286558"/>
            <a:ext cx="4572306" cy="9498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0D7A8C-5480-B308-A14E-BDE64655E69C}"/>
              </a:ext>
            </a:extLst>
          </p:cNvPr>
          <p:cNvSpPr txBox="1"/>
          <p:nvPr/>
        </p:nvSpPr>
        <p:spPr>
          <a:xfrm>
            <a:off x="6622004" y="869380"/>
            <a:ext cx="4597458" cy="39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Segoe UI Variable Small" pitchFamily="2" charset="0"/>
              </a:rPr>
              <a:t>Case 2 : d = 1</a:t>
            </a:r>
            <a:endParaRPr lang="en-IN" dirty="0">
              <a:latin typeface="Segoe UI Variable Small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058E0-8AA9-B28A-8A71-7753A806107B}"/>
              </a:ext>
            </a:extLst>
          </p:cNvPr>
          <p:cNvSpPr txBox="1"/>
          <p:nvPr/>
        </p:nvSpPr>
        <p:spPr>
          <a:xfrm>
            <a:off x="508987" y="2327981"/>
            <a:ext cx="4862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(D=0) &lt; 0.05 (</a:t>
            </a:r>
            <a:r>
              <a:rPr lang="en-US" sz="1600" dirty="0" err="1">
                <a:latin typeface="Segoe UI Variable Small" pitchFamily="2" charset="0"/>
              </a:rPr>
              <a:t>i.e</a:t>
            </a:r>
            <a:r>
              <a:rPr lang="en-US" sz="1600" dirty="0">
                <a:latin typeface="Segoe UI Variable Small" pitchFamily="2" charset="0"/>
              </a:rPr>
              <a:t> Null hypothesis rejected &amp; data is stationary). Thus for </a:t>
            </a:r>
            <a:r>
              <a:rPr lang="en-US" sz="1600" b="1" dirty="0">
                <a:solidFill>
                  <a:srgbClr val="FF0000"/>
                </a:solidFill>
                <a:latin typeface="Segoe UI Variable Small" pitchFamily="2" charset="0"/>
              </a:rPr>
              <a:t>d=2, D=0 </a:t>
            </a:r>
            <a:r>
              <a:rPr lang="en-US" sz="1600" dirty="0">
                <a:latin typeface="Segoe UI Variable Small" pitchFamily="2" charset="0"/>
              </a:rPr>
              <a:t>is acceptable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DA70A3-E370-A759-A18D-9102C6ECEF69}"/>
              </a:ext>
            </a:extLst>
          </p:cNvPr>
          <p:cNvSpPr txBox="1"/>
          <p:nvPr/>
        </p:nvSpPr>
        <p:spPr>
          <a:xfrm>
            <a:off x="6634579" y="2364311"/>
            <a:ext cx="46755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 Variable Small" pitchFamily="2" charset="0"/>
              </a:rPr>
              <a:t>p-value (D=1) &lt; 0.05 (</a:t>
            </a:r>
            <a:r>
              <a:rPr lang="en-US" sz="1600" dirty="0" err="1">
                <a:latin typeface="Segoe UI Variable Small" pitchFamily="2" charset="0"/>
              </a:rPr>
              <a:t>i.e</a:t>
            </a:r>
            <a:r>
              <a:rPr lang="en-US" sz="1600" dirty="0">
                <a:latin typeface="Segoe UI Variable Small" pitchFamily="2" charset="0"/>
              </a:rPr>
              <a:t> Null hypothesis rejected &amp; data is stationary). Thus for </a:t>
            </a:r>
            <a:r>
              <a:rPr lang="en-US" sz="1600" b="1" dirty="0">
                <a:solidFill>
                  <a:srgbClr val="FF0000"/>
                </a:solidFill>
                <a:latin typeface="Segoe UI Variable Small" pitchFamily="2" charset="0"/>
              </a:rPr>
              <a:t>d=1, D=1 </a:t>
            </a:r>
            <a:r>
              <a:rPr lang="en-US" sz="1600" dirty="0">
                <a:latin typeface="Segoe UI Variable Small" pitchFamily="2" charset="0"/>
              </a:rPr>
              <a:t>is acceptable.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71FC67-DF67-D9AF-8CD2-CCC3D230B9B9}"/>
              </a:ext>
            </a:extLst>
          </p:cNvPr>
          <p:cNvSpPr/>
          <p:nvPr/>
        </p:nvSpPr>
        <p:spPr>
          <a:xfrm>
            <a:off x="508988" y="1611125"/>
            <a:ext cx="4572306" cy="208793"/>
          </a:xfrm>
          <a:prstGeom prst="rect">
            <a:avLst/>
          </a:prstGeom>
          <a:noFill/>
          <a:ln w="28575" cap="flat" cmpd="sng" algn="ctr">
            <a:solidFill>
              <a:srgbClr val="F0AB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D466A9-A8BF-A0B1-565B-6D54AAFB8BCE}"/>
              </a:ext>
            </a:extLst>
          </p:cNvPr>
          <p:cNvSpPr/>
          <p:nvPr/>
        </p:nvSpPr>
        <p:spPr>
          <a:xfrm>
            <a:off x="6618302" y="1716011"/>
            <a:ext cx="4572306" cy="208793"/>
          </a:xfrm>
          <a:prstGeom prst="rect">
            <a:avLst/>
          </a:prstGeom>
          <a:noFill/>
          <a:ln w="28575" cap="flat" cmpd="sng" algn="ctr">
            <a:solidFill>
              <a:srgbClr val="F0AB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2F57A27-69FD-AAF0-5B57-BE88B797D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502" y="3212674"/>
            <a:ext cx="6716783" cy="362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BC7B611-F279-0AF6-5539-0B9ABCF13BB4}"/>
              </a:ext>
            </a:extLst>
          </p:cNvPr>
          <p:cNvSpPr txBox="1"/>
          <p:nvPr/>
        </p:nvSpPr>
        <p:spPr>
          <a:xfrm>
            <a:off x="5014750" y="3412825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26.0940</a:t>
            </a:r>
          </a:p>
        </p:txBody>
      </p:sp>
    </p:spTree>
    <p:extLst>
      <p:ext uri="{BB962C8B-B14F-4D97-AF65-F5344CB8AC3E}">
        <p14:creationId xmlns:p14="http://schemas.microsoft.com/office/powerpoint/2010/main" val="4613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LSTM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0058E0-8AA9-B28A-8A71-7753A806107B}"/>
              </a:ext>
            </a:extLst>
          </p:cNvPr>
          <p:cNvSpPr txBox="1"/>
          <p:nvPr/>
        </p:nvSpPr>
        <p:spPr>
          <a:xfrm>
            <a:off x="355106" y="969593"/>
            <a:ext cx="4862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egoe UI Variable Small" pitchFamily="2" charset="0"/>
              </a:rPr>
              <a:t>Data reshaping: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the input layer expects a 3D array of data when fitting the model – (samples, time steps,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Create input – output pairs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539E8-55DF-BD8E-E134-0ED58B248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9" t="2889" r="1429" b="2112"/>
          <a:stretch/>
        </p:blipFill>
        <p:spPr>
          <a:xfrm>
            <a:off x="5508403" y="969593"/>
            <a:ext cx="2714986" cy="2011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33A75-1D08-D4A4-DD8A-E88D01EA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46" y="1380050"/>
            <a:ext cx="2876951" cy="47631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8A0698-563B-8B1F-AA51-2DB319ADACC9}"/>
              </a:ext>
            </a:extLst>
          </p:cNvPr>
          <p:cNvCxnSpPr/>
          <p:nvPr/>
        </p:nvCxnSpPr>
        <p:spPr>
          <a:xfrm>
            <a:off x="8323242" y="1618208"/>
            <a:ext cx="46055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8880A1E-E3A5-87E8-5C1B-792F381DA2B4}"/>
              </a:ext>
            </a:extLst>
          </p:cNvPr>
          <p:cNvSpPr txBox="1"/>
          <p:nvPr/>
        </p:nvSpPr>
        <p:spPr>
          <a:xfrm>
            <a:off x="8875481" y="1000825"/>
            <a:ext cx="287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egoe UI Variable Small" pitchFamily="2" charset="0"/>
              </a:rPr>
              <a:t>Hyperparameter testing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6EFFAF6-0FC7-EC0D-7A6C-F7C84F772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86" y="2991262"/>
            <a:ext cx="7297837" cy="396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0B0EA12-411F-4D8E-FB9F-E444D93A6E45}"/>
              </a:ext>
            </a:extLst>
          </p:cNvPr>
          <p:cNvSpPr txBox="1"/>
          <p:nvPr/>
        </p:nvSpPr>
        <p:spPr>
          <a:xfrm>
            <a:off x="5828566" y="3259723"/>
            <a:ext cx="173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25.04</a:t>
            </a:r>
          </a:p>
        </p:txBody>
      </p:sp>
    </p:spTree>
    <p:extLst>
      <p:ext uri="{BB962C8B-B14F-4D97-AF65-F5344CB8AC3E}">
        <p14:creationId xmlns:p14="http://schemas.microsoft.com/office/powerpoint/2010/main" val="56414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Segoe UI Variable Text Semibold" pitchFamily="2" charset="0"/>
              </a:rPr>
              <a:t>LSTM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E83C56-75B7-D11C-2447-B929F96D0951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A9C3133-76CB-22B7-DD8B-D47F28D0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091" y="3793597"/>
            <a:ext cx="2572109" cy="476316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09906734-C444-0B24-5675-C37DF947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5" y="1172091"/>
            <a:ext cx="6095999" cy="481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D8AC2E-FCCE-696A-248B-8C433B4E965A}"/>
              </a:ext>
            </a:extLst>
          </p:cNvPr>
          <p:cNvSpPr txBox="1"/>
          <p:nvPr/>
        </p:nvSpPr>
        <p:spPr>
          <a:xfrm>
            <a:off x="6576291" y="2350834"/>
            <a:ext cx="4830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The plot shows training and validation loss that </a:t>
            </a:r>
            <a:r>
              <a:rPr lang="en-US" b="1" dirty="0">
                <a:latin typeface="Segoe UI Variable Small" pitchFamily="2" charset="0"/>
              </a:rPr>
              <a:t>decreases to a point of stability</a:t>
            </a:r>
            <a:r>
              <a:rPr lang="en-US" dirty="0">
                <a:latin typeface="Segoe UI Variable Small" pitchFamily="2" charset="0"/>
              </a:rPr>
              <a:t> with a </a:t>
            </a:r>
            <a:r>
              <a:rPr lang="en-US" b="1" dirty="0">
                <a:latin typeface="Segoe UI Variable Small" pitchFamily="2" charset="0"/>
              </a:rPr>
              <a:t>minimal gap between the two final loss values – indicates good fit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07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7E3724D2-DD94-3FD3-51F1-BFA05AAD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422" y="809239"/>
            <a:ext cx="5468983" cy="29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Comparison of models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03E0D52-6AEF-8899-D56B-D7E0D6534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0" y="809239"/>
            <a:ext cx="5444732" cy="29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11C01DB-9D35-5664-82FE-B0CFE41ADE26}"/>
              </a:ext>
            </a:extLst>
          </p:cNvPr>
          <p:cNvSpPr txBox="1"/>
          <p:nvPr/>
        </p:nvSpPr>
        <p:spPr>
          <a:xfrm>
            <a:off x="2335324" y="1028441"/>
            <a:ext cx="1697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69.965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5CBEF-578F-52C7-56AF-6F146FB6A055}"/>
              </a:ext>
            </a:extLst>
          </p:cNvPr>
          <p:cNvSpPr txBox="1"/>
          <p:nvPr/>
        </p:nvSpPr>
        <p:spPr>
          <a:xfrm>
            <a:off x="8104658" y="1028441"/>
            <a:ext cx="189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26.0940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54FFF187-C52F-D2B8-EF98-3E46B833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87" y="3596427"/>
            <a:ext cx="6043721" cy="328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2559E59-134D-E045-8457-0B7436A10AC1}"/>
              </a:ext>
            </a:extLst>
          </p:cNvPr>
          <p:cNvSpPr txBox="1"/>
          <p:nvPr/>
        </p:nvSpPr>
        <p:spPr>
          <a:xfrm>
            <a:off x="5168550" y="3830886"/>
            <a:ext cx="16940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 Variable Small" pitchFamily="2" charset="0"/>
              </a:rPr>
              <a:t>RMSE = 25.04</a:t>
            </a:r>
          </a:p>
        </p:txBody>
      </p:sp>
      <p:pic>
        <p:nvPicPr>
          <p:cNvPr id="17412" name="Picture 4" descr="Trophy - Free education icons">
            <a:extLst>
              <a:ext uri="{FF2B5EF4-FFF2-40B4-BE49-F238E27FC236}">
                <a16:creationId xmlns:a16="http://schemas.microsoft.com/office/drawing/2014/main" id="{FED47D56-73F3-FAB6-2F88-3CFAAFAA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676" y="4353518"/>
            <a:ext cx="1549929" cy="154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CD642E-D6A4-E7B8-05B6-18156C07113D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CGPGrey YouTube Grab - 01/03/2016 : Free Download, Borrow, and Streaming :  Internet Archive">
            <a:extLst>
              <a:ext uri="{FF2B5EF4-FFF2-40B4-BE49-F238E27FC236}">
                <a16:creationId xmlns:a16="http://schemas.microsoft.com/office/drawing/2014/main" id="{18C5403E-AA01-6BC1-A8EA-12735504B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17" t="28687"/>
          <a:stretch/>
        </p:blipFill>
        <p:spPr bwMode="auto">
          <a:xfrm>
            <a:off x="9053641" y="5254919"/>
            <a:ext cx="1625255" cy="160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38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ARIMA &amp; SARIMA – Performance metrics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812BD-CB17-55E4-49CF-937C17C45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32"/>
          <a:stretch/>
        </p:blipFill>
        <p:spPr>
          <a:xfrm>
            <a:off x="1302064" y="4613419"/>
            <a:ext cx="9345329" cy="1362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AD7BB6-763C-3192-1B07-FCF2C7709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523"/>
          <a:stretch/>
        </p:blipFill>
        <p:spPr>
          <a:xfrm>
            <a:off x="2133864" y="1824342"/>
            <a:ext cx="7906853" cy="13629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0B3DA6-55AD-91A0-A60F-4999AD4EAF9F}"/>
              </a:ext>
            </a:extLst>
          </p:cNvPr>
          <p:cNvSpPr txBox="1"/>
          <p:nvPr/>
        </p:nvSpPr>
        <p:spPr>
          <a:xfrm>
            <a:off x="5183327" y="1333422"/>
            <a:ext cx="149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Segoe UI Variable Small" pitchFamily="2" charset="0"/>
              </a:rPr>
              <a:t>ARIMA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2AD5C-D9DA-161E-17E6-9B30DBA6DC28}"/>
              </a:ext>
            </a:extLst>
          </p:cNvPr>
          <p:cNvSpPr txBox="1"/>
          <p:nvPr/>
        </p:nvSpPr>
        <p:spPr>
          <a:xfrm>
            <a:off x="5158509" y="4168834"/>
            <a:ext cx="149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Segoe UI Variable Small" pitchFamily="2" charset="0"/>
              </a:rPr>
              <a:t>SARIMA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FB7386-B596-DD3F-B922-DA233BAE71EA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6A8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17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550</Words>
  <Application>Microsoft Office PowerPoint</Application>
  <PresentationFormat>Widescreen</PresentationFormat>
  <Paragraphs>80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 Variable Small</vt:lpstr>
      <vt:lpstr>Segoe UI Variable Text Semibold</vt:lpstr>
      <vt:lpstr>Office Theme</vt:lpstr>
      <vt:lpstr>Forecasting number of airline passengers based on historical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Thampi</dc:creator>
  <cp:lastModifiedBy>R Thampi</cp:lastModifiedBy>
  <cp:revision>13</cp:revision>
  <dcterms:created xsi:type="dcterms:W3CDTF">2025-01-24T00:45:47Z</dcterms:created>
  <dcterms:modified xsi:type="dcterms:W3CDTF">2025-05-30T05:54:09Z</dcterms:modified>
</cp:coreProperties>
</file>