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" roundtripDataSignature="AMtx7mjdo7FECp685JsX7/4pIVeoAktj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656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customschemas.google.com/relationships/presentationmetadata" Target="meta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A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 txBox="1">
            <a:spLocks noGrp="1"/>
          </p:cNvSpPr>
          <p:nvPr>
            <p:ph type="sldNum" idx="12"/>
          </p:nvPr>
        </p:nvSpPr>
        <p:spPr>
          <a:xfrm>
            <a:off x="6042320" y="9493393"/>
            <a:ext cx="169918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lang="en-AU" sz="1800" b="0" i="0" u="none" strike="noStrike" cap="none">
                <a:solidFill>
                  <a:srgbClr val="000000"/>
                </a:solidFill>
              </a:rPr>
              <a:t>1</a:t>
            </a:fld>
            <a:endParaRPr sz="1800" b="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17" name="Google Shape;1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319338" y="1265238"/>
            <a:ext cx="11201401" cy="8401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" name="Google Shape;18;p1:notes"/>
          <p:cNvSpPr txBox="1">
            <a:spLocks noGrp="1"/>
          </p:cNvSpPr>
          <p:nvPr>
            <p:ph type="body" idx="1"/>
          </p:nvPr>
        </p:nvSpPr>
        <p:spPr>
          <a:xfrm>
            <a:off x="789535" y="605318"/>
            <a:ext cx="547079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1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174945" y="234863"/>
            <a:ext cx="8794113" cy="29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298444" y="37255"/>
            <a:ext cx="670614" cy="12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6"/>
              <a:buFont typeface="Arial"/>
              <a:buNone/>
            </a:pPr>
            <a:endParaRPr sz="81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2343099" y="2570857"/>
            <a:ext cx="4389768" cy="125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81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40"/>
              <a:buFont typeface="Arial"/>
              <a:buChar char="▪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293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58"/>
              <a:buFont typeface="Arial"/>
              <a:buChar char="–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293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58"/>
              <a:buFont typeface="Arial"/>
              <a:buChar char="▫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080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80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080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080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080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174945" y="234863"/>
            <a:ext cx="8794113" cy="29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datasnaek/youtube-new/dat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"/>
          <p:cNvSpPr/>
          <p:nvPr/>
        </p:nvSpPr>
        <p:spPr>
          <a:xfrm>
            <a:off x="137949" y="1019969"/>
            <a:ext cx="4344156" cy="5389795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endParaRPr sz="142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87388" y="1019974"/>
            <a:ext cx="4344156" cy="538979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endParaRPr sz="142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218936" y="1040155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spcFirstLastPara="1" wrap="square" lIns="47575" tIns="47575" rIns="47575" bIns="47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28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668375" y="1055541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spcFirstLastPara="1" wrap="square" lIns="47575" tIns="47575" rIns="47575" bIns="47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01195" y="1072209"/>
            <a:ext cx="3597454" cy="2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050634" y="1087595"/>
            <a:ext cx="3597454" cy="2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Constraints within solution space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4668375" y="2832768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spcFirstLastPara="1" wrap="square" lIns="47575" tIns="47575" rIns="47575" bIns="47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218936" y="2629730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spcFirstLastPara="1" wrap="square" lIns="47575" tIns="47575" rIns="47575" bIns="47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601195" y="2671514"/>
            <a:ext cx="3597454" cy="2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Criteria for success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5050634" y="2864824"/>
            <a:ext cx="3597454" cy="2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Stakeholders to provide key insight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218936" y="4912916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spcFirstLastPara="1" wrap="square" lIns="47575" tIns="47575" rIns="47575" bIns="47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4668375" y="5006066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spcFirstLastPara="1" wrap="square" lIns="47575" tIns="47575" rIns="47575" bIns="47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601195" y="4947203"/>
            <a:ext cx="3597454" cy="219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Scope of solution space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5050634" y="5038122"/>
            <a:ext cx="3597454" cy="2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>
                <a:solidFill>
                  <a:schemeClr val="dk1"/>
                </a:solidFill>
              </a:rPr>
              <a:t>Key</a:t>
            </a:r>
            <a:r>
              <a:rPr lang="en-AU" sz="142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data sources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143108" y="1324822"/>
            <a:ext cx="4324418" cy="1304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/>
              <a:t>YouTube updates its trending list every 15min using a combination of factors such as the number of views, temperature, age of video, etc. Although its not clear what factors keep a video popping up in the trending list repeatedly. Identifying such features in the data could bolster the success of a video (i.e. make it frequently trend).</a:t>
            </a:r>
          </a:p>
        </p:txBody>
      </p:sp>
      <p:sp>
        <p:nvSpPr>
          <p:cNvPr id="35" name="Google Shape;35;p1"/>
          <p:cNvSpPr txBox="1"/>
          <p:nvPr/>
        </p:nvSpPr>
        <p:spPr>
          <a:xfrm>
            <a:off x="143108" y="2910246"/>
            <a:ext cx="4324418" cy="1660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Objective would be to model a classifier that predicts whether a trending video could pop up in YouTube’s trending list twice or higher. This could be estimated based on 1/more of the following parameters: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Viewer count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1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Interactive parameters: Like, Dislikes, and Comment count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100" dirty="0"/>
              <a:t>Age of a video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100" dirty="0"/>
              <a:t>Temperature (how quickly the video generates views)</a:t>
            </a:r>
          </a:p>
          <a:p>
            <a:pPr marR="0" lvl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IN" sz="11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Aim is to complete capstone in 2 weeks from start of analysis.</a:t>
            </a:r>
            <a:endParaRPr sz="110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"/>
          <p:cNvSpPr txBox="1"/>
          <p:nvPr/>
        </p:nvSpPr>
        <p:spPr>
          <a:xfrm>
            <a:off x="186842" y="5163844"/>
            <a:ext cx="4324418" cy="986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analysis will primarily be restricted to the measurable parameters which is in the control of a YouTuber. Since trending is selected based on appeal, relevance and content that </a:t>
            </a:r>
            <a:r>
              <a:rPr lang="en-US" sz="1100" dirty="0"/>
              <a:t>c</a:t>
            </a: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apture the breadth of what’s happening across the world, multi-country data is used for analysis (and not country specific).</a:t>
            </a:r>
          </a:p>
        </p:txBody>
      </p:sp>
      <p:sp>
        <p:nvSpPr>
          <p:cNvPr id="37" name="Google Shape;37;p1"/>
          <p:cNvSpPr txBox="1"/>
          <p:nvPr/>
        </p:nvSpPr>
        <p:spPr>
          <a:xfrm>
            <a:off x="4558232" y="1401333"/>
            <a:ext cx="4324418" cy="1081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7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is available for many regions; thus, video title is not necessarily restricted to a single language. </a:t>
            </a:r>
            <a:endParaRPr sz="107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4590928" y="5293555"/>
            <a:ext cx="4324418" cy="1081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07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Kaggle: </a:t>
            </a:r>
            <a:r>
              <a:rPr lang="en-US" sz="1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zeitung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Trending YouTube Video Statistics</a:t>
            </a:r>
            <a:endParaRPr lang="en-US" sz="140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zeitung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7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8099130" y="707128"/>
            <a:ext cx="432048" cy="205317"/>
          </a:xfrm>
          <a:prstGeom prst="chevron">
            <a:avLst>
              <a:gd name="adj" fmla="val 50000"/>
            </a:avLst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AU" sz="12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121750" y="116632"/>
            <a:ext cx="8647038" cy="859808"/>
          </a:xfrm>
          <a:prstGeom prst="wedgeRectCallout">
            <a:avLst>
              <a:gd name="adj1" fmla="val 53513"/>
              <a:gd name="adj2" fmla="val 6588"/>
            </a:avLst>
          </a:prstGeom>
          <a:solidFill>
            <a:srgbClr val="FEF2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"/>
          <p:cNvSpPr txBox="1">
            <a:spLocks noGrp="1"/>
          </p:cNvSpPr>
          <p:nvPr>
            <p:ph type="title"/>
          </p:nvPr>
        </p:nvSpPr>
        <p:spPr>
          <a:xfrm>
            <a:off x="184140" y="189590"/>
            <a:ext cx="879359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sz="2000" dirty="0">
                <a:solidFill>
                  <a:srgbClr val="2974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Problem Statement Worksheet (Hypothesis Formation)</a:t>
            </a:r>
            <a:endParaRPr dirty="0"/>
          </a:p>
        </p:txBody>
      </p:sp>
      <p:sp>
        <p:nvSpPr>
          <p:cNvPr id="47" name="Google Shape;47;p1"/>
          <p:cNvSpPr txBox="1"/>
          <p:nvPr/>
        </p:nvSpPr>
        <p:spPr>
          <a:xfrm>
            <a:off x="4607126" y="3173272"/>
            <a:ext cx="4324418" cy="1081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071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YouTube Content creators </a:t>
            </a:r>
            <a:r>
              <a:rPr lang="en-AU" sz="1071" b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&amp; </a:t>
            </a:r>
            <a:r>
              <a:rPr lang="en-AU" sz="1071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Marketing experts </a:t>
            </a:r>
            <a:r>
              <a:rPr lang="en-AU" sz="1071" b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 benefit the most from this analysis.</a:t>
            </a:r>
            <a:endParaRPr sz="1400" b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"/>
          <p:cNvSpPr txBox="1"/>
          <p:nvPr/>
        </p:nvSpPr>
        <p:spPr>
          <a:xfrm>
            <a:off x="184140" y="540901"/>
            <a:ext cx="858464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/>
              <a:t>Predicting Videos That Stay Trending: A Closer Look At YouTube’s Frequently Trending Content</a:t>
            </a: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ynergy_CF_YNR002">
  <a:themeElements>
    <a:clrScheme name="Current">
      <a:dk1>
        <a:srgbClr val="002C46"/>
      </a:dk1>
      <a:lt1>
        <a:srgbClr val="FFFFFF"/>
      </a:lt1>
      <a:dk2>
        <a:srgbClr val="FBC14E"/>
      </a:dk2>
      <a:lt2>
        <a:srgbClr val="879C16"/>
      </a:lt2>
      <a:accent1>
        <a:srgbClr val="99AABE"/>
      </a:accent1>
      <a:accent2>
        <a:srgbClr val="406085"/>
      </a:accent2>
      <a:accent3>
        <a:srgbClr val="002C46"/>
      </a:accent3>
      <a:accent4>
        <a:srgbClr val="FBC14E"/>
      </a:accent4>
      <a:accent5>
        <a:srgbClr val="379BBD"/>
      </a:accent5>
      <a:accent6>
        <a:srgbClr val="808080"/>
      </a:accent6>
      <a:hlink>
        <a:srgbClr val="002C46"/>
      </a:hlink>
      <a:folHlink>
        <a:srgbClr val="FBC14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592</TotalTime>
  <Words>285</Words>
  <Application>Microsoft Office PowerPoint</Application>
  <PresentationFormat>On-screen Show (4:3)</PresentationFormat>
  <Paragraphs>27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Quattrocento Sans</vt:lpstr>
      <vt:lpstr>zeitung</vt:lpstr>
      <vt:lpstr>Synergy_CF_YNR002</vt:lpstr>
      <vt:lpstr>Problem Statement Worksheet (Hypothesis Formation)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Christopher H</dc:creator>
  <cp:lastModifiedBy>R Thampi</cp:lastModifiedBy>
  <cp:revision>11</cp:revision>
  <dcterms:modified xsi:type="dcterms:W3CDTF">2025-03-05T01:46:04Z</dcterms:modified>
</cp:coreProperties>
</file>