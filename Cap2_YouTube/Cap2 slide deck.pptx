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73" r:id="rId4"/>
    <p:sldId id="272" r:id="rId5"/>
    <p:sldId id="274" r:id="rId6"/>
    <p:sldId id="282" r:id="rId7"/>
    <p:sldId id="275" r:id="rId8"/>
    <p:sldId id="286" r:id="rId9"/>
    <p:sldId id="284" r:id="rId10"/>
    <p:sldId id="283" r:id="rId11"/>
    <p:sldId id="285" r:id="rId12"/>
    <p:sldId id="280" r:id="rId13"/>
    <p:sldId id="276" r:id="rId14"/>
    <p:sldId id="287" r:id="rId15"/>
    <p:sldId id="288" r:id="rId16"/>
    <p:sldId id="279" r:id="rId17"/>
    <p:sldId id="278" r:id="rId18"/>
    <p:sldId id="289" r:id="rId19"/>
    <p:sldId id="290" r:id="rId20"/>
    <p:sldId id="291" r:id="rId21"/>
    <p:sldId id="29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FFFF"/>
    <a:srgbClr val="91CBD7"/>
    <a:srgbClr val="FFD086"/>
    <a:srgbClr val="9AA5B7"/>
    <a:srgbClr val="98A4B7"/>
    <a:srgbClr val="B7BECF"/>
    <a:srgbClr val="B40202"/>
    <a:srgbClr val="000000"/>
    <a:srgbClr val="5F9E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DCDE7E-3E7A-46F4-B6A6-1CFD05149D43}" v="870" dt="2025-05-29T12:56:44.5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04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mpi, Rohan" userId="684917c9-6abc-4a73-8a06-f5e465c0fcde" providerId="ADAL" clId="{F3DCDE7E-3E7A-46F4-B6A6-1CFD05149D43}"/>
    <pc:docChg chg="undo redo custSel addSld delSld modSld sldOrd">
      <pc:chgData name="Thampi, Rohan" userId="684917c9-6abc-4a73-8a06-f5e465c0fcde" providerId="ADAL" clId="{F3DCDE7E-3E7A-46F4-B6A6-1CFD05149D43}" dt="2025-05-29T18:55:26.804" v="6094" actId="20577"/>
      <pc:docMkLst>
        <pc:docMk/>
      </pc:docMkLst>
      <pc:sldChg chg="addSp delSp modSp mod setBg">
        <pc:chgData name="Thampi, Rohan" userId="684917c9-6abc-4a73-8a06-f5e465c0fcde" providerId="ADAL" clId="{F3DCDE7E-3E7A-46F4-B6A6-1CFD05149D43}" dt="2025-05-29T04:53:09.626" v="5240"/>
        <pc:sldMkLst>
          <pc:docMk/>
          <pc:sldMk cId="1548797696" sldId="256"/>
        </pc:sldMkLst>
        <pc:spChg chg="mod">
          <ac:chgData name="Thampi, Rohan" userId="684917c9-6abc-4a73-8a06-f5e465c0fcde" providerId="ADAL" clId="{F3DCDE7E-3E7A-46F4-B6A6-1CFD05149D43}" dt="2025-05-28T22:40:38.010" v="1004" actId="14838"/>
          <ac:spMkLst>
            <pc:docMk/>
            <pc:sldMk cId="1548797696" sldId="256"/>
            <ac:spMk id="2" creationId="{914729FA-2012-1523-A1E4-9F067934BC9A}"/>
          </ac:spMkLst>
        </pc:spChg>
        <pc:spChg chg="add del mod">
          <ac:chgData name="Thampi, Rohan" userId="684917c9-6abc-4a73-8a06-f5e465c0fcde" providerId="ADAL" clId="{F3DCDE7E-3E7A-46F4-B6A6-1CFD05149D43}" dt="2025-05-29T04:53:05.530" v="5145"/>
          <ac:spMkLst>
            <pc:docMk/>
            <pc:sldMk cId="1548797696" sldId="256"/>
            <ac:spMk id="3" creationId="{6582FF4B-9738-508E-C08F-C440EE50CD6B}"/>
          </ac:spMkLst>
        </pc:spChg>
        <pc:spChg chg="del mod">
          <ac:chgData name="Thampi, Rohan" userId="684917c9-6abc-4a73-8a06-f5e465c0fcde" providerId="ADAL" clId="{F3DCDE7E-3E7A-46F4-B6A6-1CFD05149D43}" dt="2025-05-28T01:44:39.275" v="137" actId="478"/>
          <ac:spMkLst>
            <pc:docMk/>
            <pc:sldMk cId="1548797696" sldId="256"/>
            <ac:spMk id="3" creationId="{7B583ED1-CC6D-AA14-C4B7-619BE9CC416F}"/>
          </ac:spMkLst>
        </pc:spChg>
        <pc:spChg chg="add del mod">
          <ac:chgData name="Thampi, Rohan" userId="684917c9-6abc-4a73-8a06-f5e465c0fcde" providerId="ADAL" clId="{F3DCDE7E-3E7A-46F4-B6A6-1CFD05149D43}" dt="2025-05-29T01:18:13.927" v="2808"/>
          <ac:spMkLst>
            <pc:docMk/>
            <pc:sldMk cId="1548797696" sldId="256"/>
            <ac:spMk id="3" creationId="{DCF599A2-C280-8B18-CD0B-DED26C9C6D42}"/>
          </ac:spMkLst>
        </pc:spChg>
        <pc:spChg chg="add mod">
          <ac:chgData name="Thampi, Rohan" userId="684917c9-6abc-4a73-8a06-f5e465c0fcde" providerId="ADAL" clId="{F3DCDE7E-3E7A-46F4-B6A6-1CFD05149D43}" dt="2025-05-28T01:48:11.803" v="246" actId="207"/>
          <ac:spMkLst>
            <pc:docMk/>
            <pc:sldMk cId="1548797696" sldId="256"/>
            <ac:spMk id="4" creationId="{340A13E3-62C0-3739-1395-E9E5165CFD71}"/>
          </ac:spMkLst>
        </pc:spChg>
        <pc:spChg chg="add del mod">
          <ac:chgData name="Thampi, Rohan" userId="684917c9-6abc-4a73-8a06-f5e465c0fcde" providerId="ADAL" clId="{F3DCDE7E-3E7A-46F4-B6A6-1CFD05149D43}" dt="2025-05-29T04:53:05.532" v="5150"/>
          <ac:spMkLst>
            <pc:docMk/>
            <pc:sldMk cId="1548797696" sldId="256"/>
            <ac:spMk id="5" creationId="{10060E47-1493-FE6C-56AE-33E46B5E4808}"/>
          </ac:spMkLst>
        </pc:spChg>
        <pc:spChg chg="add del mod">
          <ac:chgData name="Thampi, Rohan" userId="684917c9-6abc-4a73-8a06-f5e465c0fcde" providerId="ADAL" clId="{F3DCDE7E-3E7A-46F4-B6A6-1CFD05149D43}" dt="2025-05-29T01:18:13.939" v="2813"/>
          <ac:spMkLst>
            <pc:docMk/>
            <pc:sldMk cId="1548797696" sldId="256"/>
            <ac:spMk id="5" creationId="{E3257A6A-26DE-FE8A-6779-732A1279A3A1}"/>
          </ac:spMkLst>
        </pc:spChg>
        <pc:spChg chg="add del mod">
          <ac:chgData name="Thampi, Rohan" userId="684917c9-6abc-4a73-8a06-f5e465c0fcde" providerId="ADAL" clId="{F3DCDE7E-3E7A-46F4-B6A6-1CFD05149D43}" dt="2025-05-29T04:53:05.539" v="5155"/>
          <ac:spMkLst>
            <pc:docMk/>
            <pc:sldMk cId="1548797696" sldId="256"/>
            <ac:spMk id="6" creationId="{37D9F74F-A1F6-1BAC-AEB1-FA734552B927}"/>
          </ac:spMkLst>
        </pc:spChg>
        <pc:spChg chg="add del mod">
          <ac:chgData name="Thampi, Rohan" userId="684917c9-6abc-4a73-8a06-f5e465c0fcde" providerId="ADAL" clId="{F3DCDE7E-3E7A-46F4-B6A6-1CFD05149D43}" dt="2025-05-29T01:18:13.944" v="2818"/>
          <ac:spMkLst>
            <pc:docMk/>
            <pc:sldMk cId="1548797696" sldId="256"/>
            <ac:spMk id="6" creationId="{903EE5A4-A6C7-17DD-F67E-83519F1B9877}"/>
          </ac:spMkLst>
        </pc:spChg>
        <pc:spChg chg="add del mod">
          <ac:chgData name="Thampi, Rohan" userId="684917c9-6abc-4a73-8a06-f5e465c0fcde" providerId="ADAL" clId="{F3DCDE7E-3E7A-46F4-B6A6-1CFD05149D43}" dt="2025-05-28T01:44:47.799" v="139" actId="478"/>
          <ac:spMkLst>
            <pc:docMk/>
            <pc:sldMk cId="1548797696" sldId="256"/>
            <ac:spMk id="6" creationId="{B7814C59-001A-C955-EF6C-7C9F55C63F80}"/>
          </ac:spMkLst>
        </pc:spChg>
        <pc:spChg chg="add del mod">
          <ac:chgData name="Thampi, Rohan" userId="684917c9-6abc-4a73-8a06-f5e465c0fcde" providerId="ADAL" clId="{F3DCDE7E-3E7A-46F4-B6A6-1CFD05149D43}" dt="2025-05-28T01:50:38.278" v="295"/>
          <ac:spMkLst>
            <pc:docMk/>
            <pc:sldMk cId="1548797696" sldId="256"/>
            <ac:spMk id="7" creationId="{1A1066C0-C81E-70CC-E730-4670DB818047}"/>
          </ac:spMkLst>
        </pc:spChg>
        <pc:spChg chg="add del mod">
          <ac:chgData name="Thampi, Rohan" userId="684917c9-6abc-4a73-8a06-f5e465c0fcde" providerId="ADAL" clId="{F3DCDE7E-3E7A-46F4-B6A6-1CFD05149D43}" dt="2025-05-29T01:18:13.959" v="2823"/>
          <ac:spMkLst>
            <pc:docMk/>
            <pc:sldMk cId="1548797696" sldId="256"/>
            <ac:spMk id="7" creationId="{DA6E9326-6588-25C8-3AAE-2710CC74EE79}"/>
          </ac:spMkLst>
        </pc:spChg>
        <pc:spChg chg="add del mod">
          <ac:chgData name="Thampi, Rohan" userId="684917c9-6abc-4a73-8a06-f5e465c0fcde" providerId="ADAL" clId="{F3DCDE7E-3E7A-46F4-B6A6-1CFD05149D43}" dt="2025-05-29T04:53:05.539" v="5160"/>
          <ac:spMkLst>
            <pc:docMk/>
            <pc:sldMk cId="1548797696" sldId="256"/>
            <ac:spMk id="7" creationId="{F23DE6B2-B4B7-2C26-17CF-6FE179D75096}"/>
          </ac:spMkLst>
        </pc:spChg>
        <pc:spChg chg="add del mod">
          <ac:chgData name="Thampi, Rohan" userId="684917c9-6abc-4a73-8a06-f5e465c0fcde" providerId="ADAL" clId="{F3DCDE7E-3E7A-46F4-B6A6-1CFD05149D43}" dt="2025-05-29T01:18:14.006" v="2828"/>
          <ac:spMkLst>
            <pc:docMk/>
            <pc:sldMk cId="1548797696" sldId="256"/>
            <ac:spMk id="8" creationId="{352FB9FB-7958-A0D0-6CC8-F8250D359734}"/>
          </ac:spMkLst>
        </pc:spChg>
        <pc:spChg chg="add del mod">
          <ac:chgData name="Thampi, Rohan" userId="684917c9-6abc-4a73-8a06-f5e465c0fcde" providerId="ADAL" clId="{F3DCDE7E-3E7A-46F4-B6A6-1CFD05149D43}" dt="2025-05-29T04:53:05.560" v="5165"/>
          <ac:spMkLst>
            <pc:docMk/>
            <pc:sldMk cId="1548797696" sldId="256"/>
            <ac:spMk id="8" creationId="{92F776D2-2A30-0CE9-5971-5807809BDD27}"/>
          </ac:spMkLst>
        </pc:spChg>
        <pc:spChg chg="add del mod">
          <ac:chgData name="Thampi, Rohan" userId="684917c9-6abc-4a73-8a06-f5e465c0fcde" providerId="ADAL" clId="{F3DCDE7E-3E7A-46F4-B6A6-1CFD05149D43}" dt="2025-05-28T01:50:38.282" v="300"/>
          <ac:spMkLst>
            <pc:docMk/>
            <pc:sldMk cId="1548797696" sldId="256"/>
            <ac:spMk id="8" creationId="{A9892273-FAFD-2639-509E-3E93FDB7BB7A}"/>
          </ac:spMkLst>
        </pc:spChg>
        <pc:spChg chg="add del mod">
          <ac:chgData name="Thampi, Rohan" userId="684917c9-6abc-4a73-8a06-f5e465c0fcde" providerId="ADAL" clId="{F3DCDE7E-3E7A-46F4-B6A6-1CFD05149D43}" dt="2025-05-29T04:53:05.570" v="5170"/>
          <ac:spMkLst>
            <pc:docMk/>
            <pc:sldMk cId="1548797696" sldId="256"/>
            <ac:spMk id="9" creationId="{47DE00B2-027E-8B28-768E-DF6C96CF5B3F}"/>
          </ac:spMkLst>
        </pc:spChg>
        <pc:spChg chg="add del mod">
          <ac:chgData name="Thampi, Rohan" userId="684917c9-6abc-4a73-8a06-f5e465c0fcde" providerId="ADAL" clId="{F3DCDE7E-3E7A-46F4-B6A6-1CFD05149D43}" dt="2025-05-29T01:18:14.006" v="2833"/>
          <ac:spMkLst>
            <pc:docMk/>
            <pc:sldMk cId="1548797696" sldId="256"/>
            <ac:spMk id="9" creationId="{75F36945-B46B-6052-E7DA-561E6498D848}"/>
          </ac:spMkLst>
        </pc:spChg>
        <pc:spChg chg="add del mod">
          <ac:chgData name="Thampi, Rohan" userId="684917c9-6abc-4a73-8a06-f5e465c0fcde" providerId="ADAL" clId="{F3DCDE7E-3E7A-46F4-B6A6-1CFD05149D43}" dt="2025-05-28T01:50:38.302" v="305"/>
          <ac:spMkLst>
            <pc:docMk/>
            <pc:sldMk cId="1548797696" sldId="256"/>
            <ac:spMk id="9" creationId="{B0FAD120-3320-85B0-9302-BD76B6DEC619}"/>
          </ac:spMkLst>
        </pc:spChg>
        <pc:spChg chg="add del mod">
          <ac:chgData name="Thampi, Rohan" userId="684917c9-6abc-4a73-8a06-f5e465c0fcde" providerId="ADAL" clId="{F3DCDE7E-3E7A-46F4-B6A6-1CFD05149D43}" dt="2025-05-28T01:50:38.312" v="310"/>
          <ac:spMkLst>
            <pc:docMk/>
            <pc:sldMk cId="1548797696" sldId="256"/>
            <ac:spMk id="10" creationId="{0F813CA9-3C19-293F-C6A5-E3AA2B8F718D}"/>
          </ac:spMkLst>
        </pc:spChg>
        <pc:spChg chg="add del mod">
          <ac:chgData name="Thampi, Rohan" userId="684917c9-6abc-4a73-8a06-f5e465c0fcde" providerId="ADAL" clId="{F3DCDE7E-3E7A-46F4-B6A6-1CFD05149D43}" dt="2025-05-29T01:18:14.022" v="2838"/>
          <ac:spMkLst>
            <pc:docMk/>
            <pc:sldMk cId="1548797696" sldId="256"/>
            <ac:spMk id="10" creationId="{2542F768-7974-E2B3-247B-FF28A88E554B}"/>
          </ac:spMkLst>
        </pc:spChg>
        <pc:spChg chg="add del mod">
          <ac:chgData name="Thampi, Rohan" userId="684917c9-6abc-4a73-8a06-f5e465c0fcde" providerId="ADAL" clId="{F3DCDE7E-3E7A-46F4-B6A6-1CFD05149D43}" dt="2025-05-29T04:53:05.579" v="5175"/>
          <ac:spMkLst>
            <pc:docMk/>
            <pc:sldMk cId="1548797696" sldId="256"/>
            <ac:spMk id="10" creationId="{6F6542C8-5A7A-57D6-030E-444AF6D6D091}"/>
          </ac:spMkLst>
        </pc:spChg>
        <pc:spChg chg="add del mod">
          <ac:chgData name="Thampi, Rohan" userId="684917c9-6abc-4a73-8a06-f5e465c0fcde" providerId="ADAL" clId="{F3DCDE7E-3E7A-46F4-B6A6-1CFD05149D43}" dt="2025-05-29T04:53:05.586" v="5180"/>
          <ac:spMkLst>
            <pc:docMk/>
            <pc:sldMk cId="1548797696" sldId="256"/>
            <ac:spMk id="11" creationId="{81A6D991-CF57-08C8-2A0F-C0C859B8BCED}"/>
          </ac:spMkLst>
        </pc:spChg>
        <pc:spChg chg="add del mod">
          <ac:chgData name="Thampi, Rohan" userId="684917c9-6abc-4a73-8a06-f5e465c0fcde" providerId="ADAL" clId="{F3DCDE7E-3E7A-46F4-B6A6-1CFD05149D43}" dt="2025-05-28T01:50:38.322" v="315"/>
          <ac:spMkLst>
            <pc:docMk/>
            <pc:sldMk cId="1548797696" sldId="256"/>
            <ac:spMk id="11" creationId="{B3CF91A5-ECB1-1FA9-4249-1D567F192829}"/>
          </ac:spMkLst>
        </pc:spChg>
        <pc:spChg chg="add del mod">
          <ac:chgData name="Thampi, Rohan" userId="684917c9-6abc-4a73-8a06-f5e465c0fcde" providerId="ADAL" clId="{F3DCDE7E-3E7A-46F4-B6A6-1CFD05149D43}" dt="2025-05-29T01:18:14.039" v="2843"/>
          <ac:spMkLst>
            <pc:docMk/>
            <pc:sldMk cId="1548797696" sldId="256"/>
            <ac:spMk id="11" creationId="{F5883E10-F9BD-9CB7-175B-DE5952EAB216}"/>
          </ac:spMkLst>
        </pc:spChg>
        <pc:spChg chg="add del mod">
          <ac:chgData name="Thampi, Rohan" userId="684917c9-6abc-4a73-8a06-f5e465c0fcde" providerId="ADAL" clId="{F3DCDE7E-3E7A-46F4-B6A6-1CFD05149D43}" dt="2025-05-28T01:50:38.330" v="320"/>
          <ac:spMkLst>
            <pc:docMk/>
            <pc:sldMk cId="1548797696" sldId="256"/>
            <ac:spMk id="12" creationId="{0CD3E06E-9F0A-C7EE-9183-CCFEDF8F3D07}"/>
          </ac:spMkLst>
        </pc:spChg>
        <pc:spChg chg="add del mod">
          <ac:chgData name="Thampi, Rohan" userId="684917c9-6abc-4a73-8a06-f5e465c0fcde" providerId="ADAL" clId="{F3DCDE7E-3E7A-46F4-B6A6-1CFD05149D43}" dt="2025-05-29T04:53:05.589" v="5185"/>
          <ac:spMkLst>
            <pc:docMk/>
            <pc:sldMk cId="1548797696" sldId="256"/>
            <ac:spMk id="12" creationId="{A4194595-8DC3-D7CC-2F95-598ABFF28DF4}"/>
          </ac:spMkLst>
        </pc:spChg>
        <pc:spChg chg="add del mod">
          <ac:chgData name="Thampi, Rohan" userId="684917c9-6abc-4a73-8a06-f5e465c0fcde" providerId="ADAL" clId="{F3DCDE7E-3E7A-46F4-B6A6-1CFD05149D43}" dt="2025-05-29T01:18:14.039" v="2848"/>
          <ac:spMkLst>
            <pc:docMk/>
            <pc:sldMk cId="1548797696" sldId="256"/>
            <ac:spMk id="12" creationId="{D227DA70-80BA-2F11-CC64-BFA3FABF9E84}"/>
          </ac:spMkLst>
        </pc:spChg>
        <pc:spChg chg="add del mod">
          <ac:chgData name="Thampi, Rohan" userId="684917c9-6abc-4a73-8a06-f5e465c0fcde" providerId="ADAL" clId="{F3DCDE7E-3E7A-46F4-B6A6-1CFD05149D43}" dt="2025-05-28T01:50:38.343" v="325"/>
          <ac:spMkLst>
            <pc:docMk/>
            <pc:sldMk cId="1548797696" sldId="256"/>
            <ac:spMk id="13" creationId="{90382885-7C77-B320-F4D5-1D4D1A19831B}"/>
          </ac:spMkLst>
        </pc:spChg>
        <pc:spChg chg="add del mod">
          <ac:chgData name="Thampi, Rohan" userId="684917c9-6abc-4a73-8a06-f5e465c0fcde" providerId="ADAL" clId="{F3DCDE7E-3E7A-46F4-B6A6-1CFD05149D43}" dt="2025-05-29T01:18:14.053" v="2853"/>
          <ac:spMkLst>
            <pc:docMk/>
            <pc:sldMk cId="1548797696" sldId="256"/>
            <ac:spMk id="13" creationId="{A538830A-14DB-818C-368C-1459A678FF9B}"/>
          </ac:spMkLst>
        </pc:spChg>
        <pc:spChg chg="add del mod">
          <ac:chgData name="Thampi, Rohan" userId="684917c9-6abc-4a73-8a06-f5e465c0fcde" providerId="ADAL" clId="{F3DCDE7E-3E7A-46F4-B6A6-1CFD05149D43}" dt="2025-05-29T04:53:05.603" v="5190"/>
          <ac:spMkLst>
            <pc:docMk/>
            <pc:sldMk cId="1548797696" sldId="256"/>
            <ac:spMk id="13" creationId="{EF3A6C47-0717-6602-7D85-1B555502C286}"/>
          </ac:spMkLst>
        </pc:spChg>
        <pc:spChg chg="add del mod">
          <ac:chgData name="Thampi, Rohan" userId="684917c9-6abc-4a73-8a06-f5e465c0fcde" providerId="ADAL" clId="{F3DCDE7E-3E7A-46F4-B6A6-1CFD05149D43}" dt="2025-05-28T01:50:38.353" v="330"/>
          <ac:spMkLst>
            <pc:docMk/>
            <pc:sldMk cId="1548797696" sldId="256"/>
            <ac:spMk id="14" creationId="{19EBE3B6-F0F4-CE06-05B6-3D215050572E}"/>
          </ac:spMkLst>
        </pc:spChg>
        <pc:spChg chg="add del mod">
          <ac:chgData name="Thampi, Rohan" userId="684917c9-6abc-4a73-8a06-f5e465c0fcde" providerId="ADAL" clId="{F3DCDE7E-3E7A-46F4-B6A6-1CFD05149D43}" dt="2025-05-29T04:53:09.553" v="5195"/>
          <ac:spMkLst>
            <pc:docMk/>
            <pc:sldMk cId="1548797696" sldId="256"/>
            <ac:spMk id="14" creationId="{629F1798-0633-FB10-0DAD-DB9D3AD91BDC}"/>
          </ac:spMkLst>
        </pc:spChg>
        <pc:spChg chg="add del mod">
          <ac:chgData name="Thampi, Rohan" userId="684917c9-6abc-4a73-8a06-f5e465c0fcde" providerId="ADAL" clId="{F3DCDE7E-3E7A-46F4-B6A6-1CFD05149D43}" dt="2025-05-29T01:18:43.705" v="2862"/>
          <ac:spMkLst>
            <pc:docMk/>
            <pc:sldMk cId="1548797696" sldId="256"/>
            <ac:spMk id="14" creationId="{C2DD3CC6-7A47-B67A-FA9F-19CD4831D967}"/>
          </ac:spMkLst>
        </pc:spChg>
        <pc:spChg chg="add del mod">
          <ac:chgData name="Thampi, Rohan" userId="684917c9-6abc-4a73-8a06-f5e465c0fcde" providerId="ADAL" clId="{F3DCDE7E-3E7A-46F4-B6A6-1CFD05149D43}" dt="2025-05-29T04:53:09.561" v="5200"/>
          <ac:spMkLst>
            <pc:docMk/>
            <pc:sldMk cId="1548797696" sldId="256"/>
            <ac:spMk id="15" creationId="{02A209EE-DEBB-CCF7-DD6B-475772B16636}"/>
          </ac:spMkLst>
        </pc:spChg>
        <pc:spChg chg="add del mod">
          <ac:chgData name="Thampi, Rohan" userId="684917c9-6abc-4a73-8a06-f5e465c0fcde" providerId="ADAL" clId="{F3DCDE7E-3E7A-46F4-B6A6-1CFD05149D43}" dt="2025-05-29T01:18:43.721" v="2867"/>
          <ac:spMkLst>
            <pc:docMk/>
            <pc:sldMk cId="1548797696" sldId="256"/>
            <ac:spMk id="15" creationId="{7258E8C4-3639-0875-DB72-9C6136EE3658}"/>
          </ac:spMkLst>
        </pc:spChg>
        <pc:spChg chg="add del mod">
          <ac:chgData name="Thampi, Rohan" userId="684917c9-6abc-4a73-8a06-f5e465c0fcde" providerId="ADAL" clId="{F3DCDE7E-3E7A-46F4-B6A6-1CFD05149D43}" dt="2025-05-28T01:50:38.358" v="335"/>
          <ac:spMkLst>
            <pc:docMk/>
            <pc:sldMk cId="1548797696" sldId="256"/>
            <ac:spMk id="15" creationId="{AD11A7A9-0731-DCA6-D208-32106C951E93}"/>
          </ac:spMkLst>
        </pc:spChg>
        <pc:spChg chg="add del mod">
          <ac:chgData name="Thampi, Rohan" userId="684917c9-6abc-4a73-8a06-f5e465c0fcde" providerId="ADAL" clId="{F3DCDE7E-3E7A-46F4-B6A6-1CFD05149D43}" dt="2025-05-28T01:50:38.374" v="340"/>
          <ac:spMkLst>
            <pc:docMk/>
            <pc:sldMk cId="1548797696" sldId="256"/>
            <ac:spMk id="16" creationId="{720B2E95-0B42-C47C-4B7F-2F2112377107}"/>
          </ac:spMkLst>
        </pc:spChg>
        <pc:spChg chg="add del mod">
          <ac:chgData name="Thampi, Rohan" userId="684917c9-6abc-4a73-8a06-f5e465c0fcde" providerId="ADAL" clId="{F3DCDE7E-3E7A-46F4-B6A6-1CFD05149D43}" dt="2025-05-29T01:18:43.738" v="2872"/>
          <ac:spMkLst>
            <pc:docMk/>
            <pc:sldMk cId="1548797696" sldId="256"/>
            <ac:spMk id="16" creationId="{C90EE993-168D-24A9-CECE-120946C97F44}"/>
          </ac:spMkLst>
        </pc:spChg>
        <pc:spChg chg="add del mod">
          <ac:chgData name="Thampi, Rohan" userId="684917c9-6abc-4a73-8a06-f5e465c0fcde" providerId="ADAL" clId="{F3DCDE7E-3E7A-46F4-B6A6-1CFD05149D43}" dt="2025-05-29T04:53:09.568" v="5205"/>
          <ac:spMkLst>
            <pc:docMk/>
            <pc:sldMk cId="1548797696" sldId="256"/>
            <ac:spMk id="16" creationId="{E0C646D0-284C-BB41-EBEC-9BE8E918FC71}"/>
          </ac:spMkLst>
        </pc:spChg>
        <pc:spChg chg="add del mod">
          <ac:chgData name="Thampi, Rohan" userId="684917c9-6abc-4a73-8a06-f5e465c0fcde" providerId="ADAL" clId="{F3DCDE7E-3E7A-46F4-B6A6-1CFD05149D43}" dt="2025-05-28T01:50:47.362" v="345"/>
          <ac:spMkLst>
            <pc:docMk/>
            <pc:sldMk cId="1548797696" sldId="256"/>
            <ac:spMk id="17" creationId="{167FB031-A4F0-4F83-F9DB-9E92AC608A60}"/>
          </ac:spMkLst>
        </pc:spChg>
        <pc:spChg chg="add del mod">
          <ac:chgData name="Thampi, Rohan" userId="684917c9-6abc-4a73-8a06-f5e465c0fcde" providerId="ADAL" clId="{F3DCDE7E-3E7A-46F4-B6A6-1CFD05149D43}" dt="2025-05-29T04:53:09.577" v="5210"/>
          <ac:spMkLst>
            <pc:docMk/>
            <pc:sldMk cId="1548797696" sldId="256"/>
            <ac:spMk id="17" creationId="{3FED5A82-DB5B-3567-3990-69309EC42744}"/>
          </ac:spMkLst>
        </pc:spChg>
        <pc:spChg chg="add del mod">
          <ac:chgData name="Thampi, Rohan" userId="684917c9-6abc-4a73-8a06-f5e465c0fcde" providerId="ADAL" clId="{F3DCDE7E-3E7A-46F4-B6A6-1CFD05149D43}" dt="2025-05-29T01:18:43.752" v="2877"/>
          <ac:spMkLst>
            <pc:docMk/>
            <pc:sldMk cId="1548797696" sldId="256"/>
            <ac:spMk id="17" creationId="{B2F41AF9-BFA9-E8D4-6082-F39EF8B32688}"/>
          </ac:spMkLst>
        </pc:spChg>
        <pc:spChg chg="add del mod">
          <ac:chgData name="Thampi, Rohan" userId="684917c9-6abc-4a73-8a06-f5e465c0fcde" providerId="ADAL" clId="{F3DCDE7E-3E7A-46F4-B6A6-1CFD05149D43}" dt="2025-05-29T04:53:09.584" v="5215"/>
          <ac:spMkLst>
            <pc:docMk/>
            <pc:sldMk cId="1548797696" sldId="256"/>
            <ac:spMk id="18" creationId="{C43A1E96-7E73-EBA8-4044-43EC9332B768}"/>
          </ac:spMkLst>
        </pc:spChg>
        <pc:spChg chg="add del mod">
          <ac:chgData name="Thampi, Rohan" userId="684917c9-6abc-4a73-8a06-f5e465c0fcde" providerId="ADAL" clId="{F3DCDE7E-3E7A-46F4-B6A6-1CFD05149D43}" dt="2025-05-28T01:50:47.374" v="350"/>
          <ac:spMkLst>
            <pc:docMk/>
            <pc:sldMk cId="1548797696" sldId="256"/>
            <ac:spMk id="18" creationId="{D8AB2CA0-E59C-E5FA-4090-BB71CCF7D624}"/>
          </ac:spMkLst>
        </pc:spChg>
        <pc:spChg chg="add del mod">
          <ac:chgData name="Thampi, Rohan" userId="684917c9-6abc-4a73-8a06-f5e465c0fcde" providerId="ADAL" clId="{F3DCDE7E-3E7A-46F4-B6A6-1CFD05149D43}" dt="2025-05-29T01:18:43.752" v="2882"/>
          <ac:spMkLst>
            <pc:docMk/>
            <pc:sldMk cId="1548797696" sldId="256"/>
            <ac:spMk id="18" creationId="{E5FFF3E5-184D-D245-4BF6-D296AFC483B1}"/>
          </ac:spMkLst>
        </pc:spChg>
        <pc:spChg chg="add del mod">
          <ac:chgData name="Thampi, Rohan" userId="684917c9-6abc-4a73-8a06-f5e465c0fcde" providerId="ADAL" clId="{F3DCDE7E-3E7A-46F4-B6A6-1CFD05149D43}" dt="2025-05-29T01:18:43.768" v="2887"/>
          <ac:spMkLst>
            <pc:docMk/>
            <pc:sldMk cId="1548797696" sldId="256"/>
            <ac:spMk id="19" creationId="{2E1E50A1-A958-1E03-874E-A2F7114E3DF7}"/>
          </ac:spMkLst>
        </pc:spChg>
        <pc:spChg chg="add del mod">
          <ac:chgData name="Thampi, Rohan" userId="684917c9-6abc-4a73-8a06-f5e465c0fcde" providerId="ADAL" clId="{F3DCDE7E-3E7A-46F4-B6A6-1CFD05149D43}" dt="2025-05-29T04:53:09.592" v="5220"/>
          <ac:spMkLst>
            <pc:docMk/>
            <pc:sldMk cId="1548797696" sldId="256"/>
            <ac:spMk id="19" creationId="{9B4486DD-240E-7132-19F8-E4603B9F1274}"/>
          </ac:spMkLst>
        </pc:spChg>
        <pc:spChg chg="add del mod">
          <ac:chgData name="Thampi, Rohan" userId="684917c9-6abc-4a73-8a06-f5e465c0fcde" providerId="ADAL" clId="{F3DCDE7E-3E7A-46F4-B6A6-1CFD05149D43}" dt="2025-05-28T01:50:47.394" v="355"/>
          <ac:spMkLst>
            <pc:docMk/>
            <pc:sldMk cId="1548797696" sldId="256"/>
            <ac:spMk id="19" creationId="{E94FC02A-6AAD-ACD2-EB77-87443C11142E}"/>
          </ac:spMkLst>
        </pc:spChg>
        <pc:spChg chg="add del mod">
          <ac:chgData name="Thampi, Rohan" userId="684917c9-6abc-4a73-8a06-f5e465c0fcde" providerId="ADAL" clId="{F3DCDE7E-3E7A-46F4-B6A6-1CFD05149D43}" dt="2025-05-29T04:53:09.601" v="5225"/>
          <ac:spMkLst>
            <pc:docMk/>
            <pc:sldMk cId="1548797696" sldId="256"/>
            <ac:spMk id="20" creationId="{79A4BBD9-3E19-35D8-E994-E146B22F92E4}"/>
          </ac:spMkLst>
        </pc:spChg>
        <pc:spChg chg="add del mod">
          <ac:chgData name="Thampi, Rohan" userId="684917c9-6abc-4a73-8a06-f5e465c0fcde" providerId="ADAL" clId="{F3DCDE7E-3E7A-46F4-B6A6-1CFD05149D43}" dt="2025-05-29T01:18:43.785" v="2892"/>
          <ac:spMkLst>
            <pc:docMk/>
            <pc:sldMk cId="1548797696" sldId="256"/>
            <ac:spMk id="20" creationId="{A2D266BC-7319-F72C-3BF8-8804F4C20A92}"/>
          </ac:spMkLst>
        </pc:spChg>
        <pc:spChg chg="add del mod">
          <ac:chgData name="Thampi, Rohan" userId="684917c9-6abc-4a73-8a06-f5e465c0fcde" providerId="ADAL" clId="{F3DCDE7E-3E7A-46F4-B6A6-1CFD05149D43}" dt="2025-05-28T01:50:47.408" v="360"/>
          <ac:spMkLst>
            <pc:docMk/>
            <pc:sldMk cId="1548797696" sldId="256"/>
            <ac:spMk id="20" creationId="{F68F5D69-93A7-8388-9827-80594A4FE089}"/>
          </ac:spMkLst>
        </pc:spChg>
        <pc:spChg chg="add del mod">
          <ac:chgData name="Thampi, Rohan" userId="684917c9-6abc-4a73-8a06-f5e465c0fcde" providerId="ADAL" clId="{F3DCDE7E-3E7A-46F4-B6A6-1CFD05149D43}" dt="2025-05-28T01:50:47.422" v="365"/>
          <ac:spMkLst>
            <pc:docMk/>
            <pc:sldMk cId="1548797696" sldId="256"/>
            <ac:spMk id="21" creationId="{27789FE5-69BB-14F0-9C20-665D65303862}"/>
          </ac:spMkLst>
        </pc:spChg>
        <pc:spChg chg="add del mod">
          <ac:chgData name="Thampi, Rohan" userId="684917c9-6abc-4a73-8a06-f5e465c0fcde" providerId="ADAL" clId="{F3DCDE7E-3E7A-46F4-B6A6-1CFD05149D43}" dt="2025-05-29T01:18:43.834" v="2897"/>
          <ac:spMkLst>
            <pc:docMk/>
            <pc:sldMk cId="1548797696" sldId="256"/>
            <ac:spMk id="21" creationId="{7C6DEECF-7369-1198-C3D1-A781B94433F3}"/>
          </ac:spMkLst>
        </pc:spChg>
        <pc:spChg chg="add del mod">
          <ac:chgData name="Thampi, Rohan" userId="684917c9-6abc-4a73-8a06-f5e465c0fcde" providerId="ADAL" clId="{F3DCDE7E-3E7A-46F4-B6A6-1CFD05149D43}" dt="2025-05-29T04:53:09.611" v="5230"/>
          <ac:spMkLst>
            <pc:docMk/>
            <pc:sldMk cId="1548797696" sldId="256"/>
            <ac:spMk id="21" creationId="{FC2E8CBB-E7D1-51C6-2C12-F0AB6318E5A2}"/>
          </ac:spMkLst>
        </pc:spChg>
        <pc:spChg chg="add del mod">
          <ac:chgData name="Thampi, Rohan" userId="684917c9-6abc-4a73-8a06-f5e465c0fcde" providerId="ADAL" clId="{F3DCDE7E-3E7A-46F4-B6A6-1CFD05149D43}" dt="2025-05-29T04:53:09.620" v="5235"/>
          <ac:spMkLst>
            <pc:docMk/>
            <pc:sldMk cId="1548797696" sldId="256"/>
            <ac:spMk id="22" creationId="{07B44E3B-E5F4-6CEC-15F3-9463A9810847}"/>
          </ac:spMkLst>
        </pc:spChg>
        <pc:spChg chg="add del mod">
          <ac:chgData name="Thampi, Rohan" userId="684917c9-6abc-4a73-8a06-f5e465c0fcde" providerId="ADAL" clId="{F3DCDE7E-3E7A-46F4-B6A6-1CFD05149D43}" dt="2025-05-29T01:18:43.847" v="2902"/>
          <ac:spMkLst>
            <pc:docMk/>
            <pc:sldMk cId="1548797696" sldId="256"/>
            <ac:spMk id="22" creationId="{4C2D6557-5BBA-B321-21BE-488EF5141390}"/>
          </ac:spMkLst>
        </pc:spChg>
        <pc:spChg chg="add del mod">
          <ac:chgData name="Thampi, Rohan" userId="684917c9-6abc-4a73-8a06-f5e465c0fcde" providerId="ADAL" clId="{F3DCDE7E-3E7A-46F4-B6A6-1CFD05149D43}" dt="2025-05-28T01:50:47.429" v="370"/>
          <ac:spMkLst>
            <pc:docMk/>
            <pc:sldMk cId="1548797696" sldId="256"/>
            <ac:spMk id="22" creationId="{74221672-573D-EA34-290A-81E87583B125}"/>
          </ac:spMkLst>
        </pc:spChg>
        <pc:spChg chg="add del mod">
          <ac:chgData name="Thampi, Rohan" userId="684917c9-6abc-4a73-8a06-f5e465c0fcde" providerId="ADAL" clId="{F3DCDE7E-3E7A-46F4-B6A6-1CFD05149D43}" dt="2025-05-28T01:50:47.439" v="375"/>
          <ac:spMkLst>
            <pc:docMk/>
            <pc:sldMk cId="1548797696" sldId="256"/>
            <ac:spMk id="23" creationId="{84320079-D4FB-ED02-8122-195EB4A58486}"/>
          </ac:spMkLst>
        </pc:spChg>
        <pc:spChg chg="add del mod">
          <ac:chgData name="Thampi, Rohan" userId="684917c9-6abc-4a73-8a06-f5e465c0fcde" providerId="ADAL" clId="{F3DCDE7E-3E7A-46F4-B6A6-1CFD05149D43}" dt="2025-05-29T01:18:43.858" v="2907"/>
          <ac:spMkLst>
            <pc:docMk/>
            <pc:sldMk cId="1548797696" sldId="256"/>
            <ac:spMk id="23" creationId="{D35614E6-3080-F8F7-1B0E-1668743B9FAE}"/>
          </ac:spMkLst>
        </pc:spChg>
        <pc:spChg chg="add del mod">
          <ac:chgData name="Thampi, Rohan" userId="684917c9-6abc-4a73-8a06-f5e465c0fcde" providerId="ADAL" clId="{F3DCDE7E-3E7A-46F4-B6A6-1CFD05149D43}" dt="2025-05-29T04:53:09.626" v="5240"/>
          <ac:spMkLst>
            <pc:docMk/>
            <pc:sldMk cId="1548797696" sldId="256"/>
            <ac:spMk id="23" creationId="{D3A315AD-1A15-1580-3C58-D377456B75F8}"/>
          </ac:spMkLst>
        </pc:spChg>
        <pc:spChg chg="add del mod">
          <ac:chgData name="Thampi, Rohan" userId="684917c9-6abc-4a73-8a06-f5e465c0fcde" providerId="ADAL" clId="{F3DCDE7E-3E7A-46F4-B6A6-1CFD05149D43}" dt="2025-05-28T01:50:47.486" v="380"/>
          <ac:spMkLst>
            <pc:docMk/>
            <pc:sldMk cId="1548797696" sldId="256"/>
            <ac:spMk id="24" creationId="{277EECE4-BB2A-508A-90AA-FB7616D4B852}"/>
          </ac:spMkLst>
        </pc:spChg>
        <pc:spChg chg="add del mod">
          <ac:chgData name="Thampi, Rohan" userId="684917c9-6abc-4a73-8a06-f5e465c0fcde" providerId="ADAL" clId="{F3DCDE7E-3E7A-46F4-B6A6-1CFD05149D43}" dt="2025-05-28T01:50:47.489" v="385"/>
          <ac:spMkLst>
            <pc:docMk/>
            <pc:sldMk cId="1548797696" sldId="256"/>
            <ac:spMk id="25" creationId="{57DC89D2-80E0-9807-F4B7-06833F3C7890}"/>
          </ac:spMkLst>
        </pc:spChg>
        <pc:spChg chg="add del mod">
          <ac:chgData name="Thampi, Rohan" userId="684917c9-6abc-4a73-8a06-f5e465c0fcde" providerId="ADAL" clId="{F3DCDE7E-3E7A-46F4-B6A6-1CFD05149D43}" dt="2025-05-28T01:50:47.502" v="390"/>
          <ac:spMkLst>
            <pc:docMk/>
            <pc:sldMk cId="1548797696" sldId="256"/>
            <ac:spMk id="26" creationId="{7C574F57-CBBF-AE81-7968-EAF5BB218ECF}"/>
          </ac:spMkLst>
        </pc:spChg>
        <pc:spChg chg="add del mod">
          <ac:chgData name="Thampi, Rohan" userId="684917c9-6abc-4a73-8a06-f5e465c0fcde" providerId="ADAL" clId="{F3DCDE7E-3E7A-46F4-B6A6-1CFD05149D43}" dt="2025-05-28T01:57:22.636" v="841"/>
          <ac:spMkLst>
            <pc:docMk/>
            <pc:sldMk cId="1548797696" sldId="256"/>
            <ac:spMk id="27" creationId="{1E73BC01-626E-27CC-5E5F-1A3E1C25B4B0}"/>
          </ac:spMkLst>
        </pc:spChg>
        <pc:spChg chg="add del mod">
          <ac:chgData name="Thampi, Rohan" userId="684917c9-6abc-4a73-8a06-f5e465c0fcde" providerId="ADAL" clId="{F3DCDE7E-3E7A-46F4-B6A6-1CFD05149D43}" dt="2025-05-28T01:57:22.644" v="846"/>
          <ac:spMkLst>
            <pc:docMk/>
            <pc:sldMk cId="1548797696" sldId="256"/>
            <ac:spMk id="28" creationId="{A3B05493-BF47-02FB-A19B-3C55AC8056CE}"/>
          </ac:spMkLst>
        </pc:spChg>
        <pc:spChg chg="add del mod">
          <ac:chgData name="Thampi, Rohan" userId="684917c9-6abc-4a73-8a06-f5e465c0fcde" providerId="ADAL" clId="{F3DCDE7E-3E7A-46F4-B6A6-1CFD05149D43}" dt="2025-05-28T01:57:22.660" v="851"/>
          <ac:spMkLst>
            <pc:docMk/>
            <pc:sldMk cId="1548797696" sldId="256"/>
            <ac:spMk id="29" creationId="{83242D83-D0CF-F03A-DB22-82BC6B0B75A2}"/>
          </ac:spMkLst>
        </pc:spChg>
        <pc:spChg chg="add del mod">
          <ac:chgData name="Thampi, Rohan" userId="684917c9-6abc-4a73-8a06-f5e465c0fcde" providerId="ADAL" clId="{F3DCDE7E-3E7A-46F4-B6A6-1CFD05149D43}" dt="2025-05-28T01:57:22.676" v="856"/>
          <ac:spMkLst>
            <pc:docMk/>
            <pc:sldMk cId="1548797696" sldId="256"/>
            <ac:spMk id="30" creationId="{FF40C3E1-77CD-E2BC-8E3D-E0F722170970}"/>
          </ac:spMkLst>
        </pc:spChg>
        <pc:spChg chg="add del mod">
          <ac:chgData name="Thampi, Rohan" userId="684917c9-6abc-4a73-8a06-f5e465c0fcde" providerId="ADAL" clId="{F3DCDE7E-3E7A-46F4-B6A6-1CFD05149D43}" dt="2025-05-28T01:57:22.691" v="861"/>
          <ac:spMkLst>
            <pc:docMk/>
            <pc:sldMk cId="1548797696" sldId="256"/>
            <ac:spMk id="31" creationId="{50A5E50A-5FBF-BBFD-B664-6F6FE9E2506E}"/>
          </ac:spMkLst>
        </pc:spChg>
        <pc:spChg chg="add del mod">
          <ac:chgData name="Thampi, Rohan" userId="684917c9-6abc-4a73-8a06-f5e465c0fcde" providerId="ADAL" clId="{F3DCDE7E-3E7A-46F4-B6A6-1CFD05149D43}" dt="2025-05-28T01:57:22.691" v="866"/>
          <ac:spMkLst>
            <pc:docMk/>
            <pc:sldMk cId="1548797696" sldId="256"/>
            <ac:spMk id="32" creationId="{EAF48A46-0184-17BA-523F-863ED59A232D}"/>
          </ac:spMkLst>
        </pc:spChg>
        <pc:spChg chg="add del mod">
          <ac:chgData name="Thampi, Rohan" userId="684917c9-6abc-4a73-8a06-f5e465c0fcde" providerId="ADAL" clId="{F3DCDE7E-3E7A-46F4-B6A6-1CFD05149D43}" dt="2025-05-28T01:57:22.707" v="871"/>
          <ac:spMkLst>
            <pc:docMk/>
            <pc:sldMk cId="1548797696" sldId="256"/>
            <ac:spMk id="33" creationId="{BCD4575E-D813-286D-E3E8-80899F490EFD}"/>
          </ac:spMkLst>
        </pc:spChg>
        <pc:spChg chg="add del mod">
          <ac:chgData name="Thampi, Rohan" userId="684917c9-6abc-4a73-8a06-f5e465c0fcde" providerId="ADAL" clId="{F3DCDE7E-3E7A-46F4-B6A6-1CFD05149D43}" dt="2025-05-28T01:57:22.722" v="876"/>
          <ac:spMkLst>
            <pc:docMk/>
            <pc:sldMk cId="1548797696" sldId="256"/>
            <ac:spMk id="34" creationId="{68B65C44-4EF0-E51E-6F0E-CD06E84BD38E}"/>
          </ac:spMkLst>
        </pc:spChg>
        <pc:spChg chg="add del mod">
          <ac:chgData name="Thampi, Rohan" userId="684917c9-6abc-4a73-8a06-f5e465c0fcde" providerId="ADAL" clId="{F3DCDE7E-3E7A-46F4-B6A6-1CFD05149D43}" dt="2025-05-28T01:57:22.743" v="881"/>
          <ac:spMkLst>
            <pc:docMk/>
            <pc:sldMk cId="1548797696" sldId="256"/>
            <ac:spMk id="35" creationId="{5A8A2140-1460-56BA-E4BF-5E2B9F5A1C70}"/>
          </ac:spMkLst>
        </pc:spChg>
        <pc:spChg chg="add del mod">
          <ac:chgData name="Thampi, Rohan" userId="684917c9-6abc-4a73-8a06-f5e465c0fcde" providerId="ADAL" clId="{F3DCDE7E-3E7A-46F4-B6A6-1CFD05149D43}" dt="2025-05-28T01:57:22.754" v="886"/>
          <ac:spMkLst>
            <pc:docMk/>
            <pc:sldMk cId="1548797696" sldId="256"/>
            <ac:spMk id="36" creationId="{76E8F809-3F79-2129-629A-F45FC8355459}"/>
          </ac:spMkLst>
        </pc:sp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109943956" sldId="257"/>
        </pc:sldMkLst>
      </pc:sldChg>
      <pc:sldChg chg="addSp delSp modSp mod modNotesTx">
        <pc:chgData name="Thampi, Rohan" userId="684917c9-6abc-4a73-8a06-f5e465c0fcde" providerId="ADAL" clId="{F3DCDE7E-3E7A-46F4-B6A6-1CFD05149D43}" dt="2025-05-29T03:58:49.812" v="4421" actId="20577"/>
        <pc:sldMkLst>
          <pc:docMk/>
          <pc:sldMk cId="2561255915" sldId="259"/>
        </pc:sldMkLst>
        <pc:spChg chg="add mod">
          <ac:chgData name="Thampi, Rohan" userId="684917c9-6abc-4a73-8a06-f5e465c0fcde" providerId="ADAL" clId="{F3DCDE7E-3E7A-46F4-B6A6-1CFD05149D43}" dt="2025-05-28T02:03:13.471" v="927" actId="14100"/>
          <ac:spMkLst>
            <pc:docMk/>
            <pc:sldMk cId="2561255915" sldId="259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01:50:28.226" v="290" actId="20577"/>
          <ac:spMkLst>
            <pc:docMk/>
            <pc:sldMk cId="2561255915" sldId="259"/>
            <ac:spMk id="4" creationId="{4E5542D2-2ABA-C41C-7666-9132821C12BB}"/>
          </ac:spMkLst>
        </pc:spChg>
        <pc:spChg chg="del mod">
          <ac:chgData name="Thampi, Rohan" userId="684917c9-6abc-4a73-8a06-f5e465c0fcde" providerId="ADAL" clId="{F3DCDE7E-3E7A-46F4-B6A6-1CFD05149D43}" dt="2025-05-28T01:51:07.232" v="394" actId="478"/>
          <ac:spMkLst>
            <pc:docMk/>
            <pc:sldMk cId="2561255915" sldId="259"/>
            <ac:spMk id="5" creationId="{A9E6F0F6-2CF8-3117-789D-A0A64C6FDF13}"/>
          </ac:spMkLst>
        </pc:spChg>
        <pc:spChg chg="add mod">
          <ac:chgData name="Thampi, Rohan" userId="684917c9-6abc-4a73-8a06-f5e465c0fcde" providerId="ADAL" clId="{F3DCDE7E-3E7A-46F4-B6A6-1CFD05149D43}" dt="2025-05-28T02:01:46.084" v="903" actId="1076"/>
          <ac:spMkLst>
            <pc:docMk/>
            <pc:sldMk cId="2561255915" sldId="259"/>
            <ac:spMk id="6" creationId="{D4592556-5E52-F293-655F-A25EF07B6A03}"/>
          </ac:spMkLst>
        </pc:spChg>
        <pc:picChg chg="add mod">
          <ac:chgData name="Thampi, Rohan" userId="684917c9-6abc-4a73-8a06-f5e465c0fcde" providerId="ADAL" clId="{F3DCDE7E-3E7A-46F4-B6A6-1CFD05149D43}" dt="2025-05-28T02:02:02.649" v="907" actId="1076"/>
          <ac:picMkLst>
            <pc:docMk/>
            <pc:sldMk cId="2561255915" sldId="259"/>
            <ac:picMk id="1026" creationId="{22ED3451-6AAD-1707-35FA-C1985953D187}"/>
          </ac:picMkLst>
        </pc:picChg>
        <pc:picChg chg="del">
          <ac:chgData name="Thampi, Rohan" userId="684917c9-6abc-4a73-8a06-f5e465c0fcde" providerId="ADAL" clId="{F3DCDE7E-3E7A-46F4-B6A6-1CFD05149D43}" dt="2025-05-28T01:51:03.625" v="392" actId="478"/>
          <ac:picMkLst>
            <pc:docMk/>
            <pc:sldMk cId="2561255915" sldId="259"/>
            <ac:picMk id="1030" creationId="{CD22D409-6D56-B806-3E05-BF18801B2E43}"/>
          </ac:picMkLst>
        </pc:picChg>
        <pc:picChg chg="del">
          <ac:chgData name="Thampi, Rohan" userId="684917c9-6abc-4a73-8a06-f5e465c0fcde" providerId="ADAL" clId="{F3DCDE7E-3E7A-46F4-B6A6-1CFD05149D43}" dt="2025-05-28T01:51:02.168" v="391" actId="478"/>
          <ac:picMkLst>
            <pc:docMk/>
            <pc:sldMk cId="2561255915" sldId="259"/>
            <ac:picMk id="1032" creationId="{D6E1B710-0DB3-8276-2D64-A38DB173DCA1}"/>
          </ac:picMkLst>
        </pc:picChg>
        <pc:cxnChg chg="add mod">
          <ac:chgData name="Thampi, Rohan" userId="684917c9-6abc-4a73-8a06-f5e465c0fcde" providerId="ADAL" clId="{F3DCDE7E-3E7A-46F4-B6A6-1CFD05149D43}" dt="2025-05-29T03:28:01.182" v="3734"/>
          <ac:cxnSpMkLst>
            <pc:docMk/>
            <pc:sldMk cId="2561255915" sldId="259"/>
            <ac:cxnSpMk id="3" creationId="{10AA8A3E-699A-75C0-0BC6-D7E0DC3BD042}"/>
          </ac:cxnSpMkLst>
        </pc:cxnChg>
        <pc:cxnChg chg="del mod">
          <ac:chgData name="Thampi, Rohan" userId="684917c9-6abc-4a73-8a06-f5e465c0fcde" providerId="ADAL" clId="{F3DCDE7E-3E7A-46F4-B6A6-1CFD05149D43}" dt="2025-05-29T03:28:00.866" v="3733" actId="478"/>
          <ac:cxnSpMkLst>
            <pc:docMk/>
            <pc:sldMk cId="2561255915" sldId="259"/>
            <ac:cxnSpMk id="8" creationId="{BC9E2731-9D9A-E939-13BA-1AB9D26C90E9}"/>
          </ac:cxnSpMkLst>
        </pc:cxn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4293062068" sldId="260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886696166" sldId="261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995371019" sldId="262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3136217401" sldId="263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332371682" sldId="264"/>
        </pc:sldMkLst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1533894580" sldId="265"/>
        </pc:sldMkLst>
      </pc:sldChg>
      <pc:sldChg chg="del">
        <pc:chgData name="Thampi, Rohan" userId="684917c9-6abc-4a73-8a06-f5e465c0fcde" providerId="ADAL" clId="{F3DCDE7E-3E7A-46F4-B6A6-1CFD05149D43}" dt="2025-05-29T00:49:10.110" v="2090" actId="47"/>
        <pc:sldMkLst>
          <pc:docMk/>
          <pc:sldMk cId="4030729044" sldId="266"/>
        </pc:sldMkLst>
      </pc:sldChg>
      <pc:sldChg chg="modSp del mod">
        <pc:chgData name="Thampi, Rohan" userId="684917c9-6abc-4a73-8a06-f5e465c0fcde" providerId="ADAL" clId="{F3DCDE7E-3E7A-46F4-B6A6-1CFD05149D43}" dt="2025-05-28T02:02:45.126" v="909" actId="47"/>
        <pc:sldMkLst>
          <pc:docMk/>
          <pc:sldMk cId="3130010046" sldId="267"/>
        </pc:sldMkLst>
        <pc:spChg chg="mod">
          <ac:chgData name="Thampi, Rohan" userId="684917c9-6abc-4a73-8a06-f5e465c0fcde" providerId="ADAL" clId="{F3DCDE7E-3E7A-46F4-B6A6-1CFD05149D43}" dt="2025-05-28T01:51:16.469" v="396" actId="1076"/>
          <ac:spMkLst>
            <pc:docMk/>
            <pc:sldMk cId="3130010046" sldId="267"/>
            <ac:spMk id="2" creationId="{56862BE4-28D4-E5EE-E153-06A3905ABDFD}"/>
          </ac:spMkLst>
        </pc:spChg>
        <pc:spChg chg="mod">
          <ac:chgData name="Thampi, Rohan" userId="684917c9-6abc-4a73-8a06-f5e465c0fcde" providerId="ADAL" clId="{F3DCDE7E-3E7A-46F4-B6A6-1CFD05149D43}" dt="2025-05-28T01:50:10.803" v="280" actId="1076"/>
          <ac:spMkLst>
            <pc:docMk/>
            <pc:sldMk cId="3130010046" sldId="267"/>
            <ac:spMk id="4" creationId="{AAB9C962-79DE-444A-DAD8-C282FF954179}"/>
          </ac:spMkLst>
        </pc:spChg>
      </pc:sldChg>
      <pc:sldChg chg="modSp del mod">
        <pc:chgData name="Thampi, Rohan" userId="684917c9-6abc-4a73-8a06-f5e465c0fcde" providerId="ADAL" clId="{F3DCDE7E-3E7A-46F4-B6A6-1CFD05149D43}" dt="2025-05-28T23:43:27.322" v="1072" actId="47"/>
        <pc:sldMkLst>
          <pc:docMk/>
          <pc:sldMk cId="2671512614" sldId="269"/>
        </pc:sldMkLst>
        <pc:spChg chg="mod">
          <ac:chgData name="Thampi, Rohan" userId="684917c9-6abc-4a73-8a06-f5e465c0fcde" providerId="ADAL" clId="{F3DCDE7E-3E7A-46F4-B6A6-1CFD05149D43}" dt="2025-05-28T23:43:23.612" v="1071" actId="20577"/>
          <ac:spMkLst>
            <pc:docMk/>
            <pc:sldMk cId="2671512614" sldId="269"/>
            <ac:spMk id="4" creationId="{65F92CC7-9D46-734F-30C2-D6AC0FBAFB1E}"/>
          </ac:spMkLst>
        </pc:spChg>
      </pc:sldChg>
      <pc:sldChg chg="del">
        <pc:chgData name="Thampi, Rohan" userId="684917c9-6abc-4a73-8a06-f5e465c0fcde" providerId="ADAL" clId="{F3DCDE7E-3E7A-46F4-B6A6-1CFD05149D43}" dt="2025-05-29T00:26:19.399" v="1848" actId="47"/>
        <pc:sldMkLst>
          <pc:docMk/>
          <pc:sldMk cId="2962146863" sldId="270"/>
        </pc:sldMkLst>
      </pc:sldChg>
      <pc:sldChg chg="delSp modSp add del mod">
        <pc:chgData name="Thampi, Rohan" userId="684917c9-6abc-4a73-8a06-f5e465c0fcde" providerId="ADAL" clId="{F3DCDE7E-3E7A-46F4-B6A6-1CFD05149D43}" dt="2025-05-28T23:55:00.379" v="1717" actId="47"/>
        <pc:sldMkLst>
          <pc:docMk/>
          <pc:sldMk cId="2423108769" sldId="271"/>
        </pc:sldMkLst>
        <pc:spChg chg="mod">
          <ac:chgData name="Thampi, Rohan" userId="684917c9-6abc-4a73-8a06-f5e465c0fcde" providerId="ADAL" clId="{F3DCDE7E-3E7A-46F4-B6A6-1CFD05149D43}" dt="2025-05-28T23:51:15.836" v="1408" actId="20577"/>
          <ac:spMkLst>
            <pc:docMk/>
            <pc:sldMk cId="2423108769" sldId="27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2:50:55.952" v="1036" actId="20577"/>
          <ac:spMkLst>
            <pc:docMk/>
            <pc:sldMk cId="2423108769" sldId="271"/>
            <ac:spMk id="4" creationId="{4E5542D2-2ABA-C41C-7666-9132821C12BB}"/>
          </ac:spMkLst>
        </pc:spChg>
        <pc:spChg chg="del">
          <ac:chgData name="Thampi, Rohan" userId="684917c9-6abc-4a73-8a06-f5e465c0fcde" providerId="ADAL" clId="{F3DCDE7E-3E7A-46F4-B6A6-1CFD05149D43}" dt="2025-05-28T23:43:11.628" v="1047" actId="478"/>
          <ac:spMkLst>
            <pc:docMk/>
            <pc:sldMk cId="2423108769" sldId="271"/>
            <ac:spMk id="6" creationId="{D4592556-5E52-F293-655F-A25EF07B6A03}"/>
          </ac:spMkLst>
        </pc:spChg>
        <pc:picChg chg="del">
          <ac:chgData name="Thampi, Rohan" userId="684917c9-6abc-4a73-8a06-f5e465c0fcde" providerId="ADAL" clId="{F3DCDE7E-3E7A-46F4-B6A6-1CFD05149D43}" dt="2025-05-28T23:43:11.628" v="1047" actId="478"/>
          <ac:picMkLst>
            <pc:docMk/>
            <pc:sldMk cId="2423108769" sldId="271"/>
            <ac:picMk id="1026" creationId="{22ED3451-6AAD-1707-35FA-C1985953D187}"/>
          </ac:picMkLst>
        </pc:picChg>
      </pc:sldChg>
      <pc:sldChg chg="addSp delSp modSp add del mod">
        <pc:chgData name="Thampi, Rohan" userId="684917c9-6abc-4a73-8a06-f5e465c0fcde" providerId="ADAL" clId="{F3DCDE7E-3E7A-46F4-B6A6-1CFD05149D43}" dt="2025-05-28T22:43:17.502" v="1022" actId="47"/>
        <pc:sldMkLst>
          <pc:docMk/>
          <pc:sldMk cId="3137253761" sldId="271"/>
        </pc:sldMkLst>
        <pc:spChg chg="del mod">
          <ac:chgData name="Thampi, Rohan" userId="684917c9-6abc-4a73-8a06-f5e465c0fcde" providerId="ADAL" clId="{F3DCDE7E-3E7A-46F4-B6A6-1CFD05149D43}" dt="2025-05-28T22:41:42.830" v="1019"/>
          <ac:spMkLst>
            <pc:docMk/>
            <pc:sldMk cId="3137253761" sldId="27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2:41:15.657" v="1016" actId="20577"/>
          <ac:spMkLst>
            <pc:docMk/>
            <pc:sldMk cId="3137253761" sldId="271"/>
            <ac:spMk id="4" creationId="{4E5542D2-2ABA-C41C-7666-9132821C12BB}"/>
          </ac:spMkLst>
        </pc:spChg>
        <pc:spChg chg="add">
          <ac:chgData name="Thampi, Rohan" userId="684917c9-6abc-4a73-8a06-f5e465c0fcde" providerId="ADAL" clId="{F3DCDE7E-3E7A-46F4-B6A6-1CFD05149D43}" dt="2025-05-28T22:43:12.533" v="1021" actId="22"/>
          <ac:spMkLst>
            <pc:docMk/>
            <pc:sldMk cId="3137253761" sldId="271"/>
            <ac:spMk id="5" creationId="{ABD9EB0F-C22D-C749-5893-748F268D4FD6}"/>
          </ac:spMkLst>
        </pc:spChg>
        <pc:spChg chg="del">
          <ac:chgData name="Thampi, Rohan" userId="684917c9-6abc-4a73-8a06-f5e465c0fcde" providerId="ADAL" clId="{F3DCDE7E-3E7A-46F4-B6A6-1CFD05149D43}" dt="2025-05-28T22:42:58.411" v="1020" actId="478"/>
          <ac:spMkLst>
            <pc:docMk/>
            <pc:sldMk cId="3137253761" sldId="271"/>
            <ac:spMk id="6" creationId="{D4592556-5E52-F293-655F-A25EF07B6A03}"/>
          </ac:spMkLst>
        </pc:spChg>
        <pc:picChg chg="del">
          <ac:chgData name="Thampi, Rohan" userId="684917c9-6abc-4a73-8a06-f5e465c0fcde" providerId="ADAL" clId="{F3DCDE7E-3E7A-46F4-B6A6-1CFD05149D43}" dt="2025-05-28T22:42:58.411" v="1020" actId="478"/>
          <ac:picMkLst>
            <pc:docMk/>
            <pc:sldMk cId="3137253761" sldId="271"/>
            <ac:picMk id="1026" creationId="{22ED3451-6AAD-1707-35FA-C1985953D187}"/>
          </ac:picMkLst>
        </pc:picChg>
      </pc:sldChg>
      <pc:sldChg chg="new del">
        <pc:chgData name="Thampi, Rohan" userId="684917c9-6abc-4a73-8a06-f5e465c0fcde" providerId="ADAL" clId="{F3DCDE7E-3E7A-46F4-B6A6-1CFD05149D43}" dt="2025-05-28T22:41:02.410" v="1006" actId="680"/>
        <pc:sldMkLst>
          <pc:docMk/>
          <pc:sldMk cId="3815020220" sldId="271"/>
        </pc:sldMkLst>
      </pc:sldChg>
      <pc:sldChg chg="addSp delSp modSp add mod modNotesTx">
        <pc:chgData name="Thampi, Rohan" userId="684917c9-6abc-4a73-8a06-f5e465c0fcde" providerId="ADAL" clId="{F3DCDE7E-3E7A-46F4-B6A6-1CFD05149D43}" dt="2025-05-29T18:48:39.469" v="6086" actId="20577"/>
        <pc:sldMkLst>
          <pc:docMk/>
          <pc:sldMk cId="330577157" sldId="272"/>
        </pc:sldMkLst>
        <pc:spChg chg="mod">
          <ac:chgData name="Thampi, Rohan" userId="684917c9-6abc-4a73-8a06-f5e465c0fcde" providerId="ADAL" clId="{F3DCDE7E-3E7A-46F4-B6A6-1CFD05149D43}" dt="2025-05-29T18:48:39.469" v="6086" actId="20577"/>
          <ac:spMkLst>
            <pc:docMk/>
            <pc:sldMk cId="330577157" sldId="272"/>
            <ac:spMk id="2" creationId="{0D5FAD65-389D-1B26-6D7F-799D1651BB99}"/>
          </ac:spMkLst>
        </pc:spChg>
        <pc:spChg chg="add del mod">
          <ac:chgData name="Thampi, Rohan" userId="684917c9-6abc-4a73-8a06-f5e465c0fcde" providerId="ADAL" clId="{F3DCDE7E-3E7A-46F4-B6A6-1CFD05149D43}" dt="2025-05-29T00:59:53.253" v="2368" actId="478"/>
          <ac:spMkLst>
            <pc:docMk/>
            <pc:sldMk cId="330577157" sldId="272"/>
            <ac:spMk id="3" creationId="{E85C7CFE-B80E-D0E5-4823-FC617CAB84AE}"/>
          </ac:spMkLst>
        </pc:spChg>
        <pc:spChg chg="mod">
          <ac:chgData name="Thampi, Rohan" userId="684917c9-6abc-4a73-8a06-f5e465c0fcde" providerId="ADAL" clId="{F3DCDE7E-3E7A-46F4-B6A6-1CFD05149D43}" dt="2025-05-28T23:43:35.997" v="1097" actId="20577"/>
          <ac:spMkLst>
            <pc:docMk/>
            <pc:sldMk cId="330577157" sldId="272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F3DCDE7E-3E7A-46F4-B6A6-1CFD05149D43}" dt="2025-05-29T12:56:34.956" v="5963" actId="478"/>
          <ac:spMkLst>
            <pc:docMk/>
            <pc:sldMk cId="330577157" sldId="272"/>
            <ac:spMk id="5" creationId="{148E85D4-59F7-866D-C41E-F0E0C6A2585D}"/>
          </ac:spMkLst>
        </pc:spChg>
        <pc:spChg chg="add del mod">
          <ac:chgData name="Thampi, Rohan" userId="684917c9-6abc-4a73-8a06-f5e465c0fcde" providerId="ADAL" clId="{F3DCDE7E-3E7A-46F4-B6A6-1CFD05149D43}" dt="2025-05-29T12:56:36.880" v="5964" actId="478"/>
          <ac:spMkLst>
            <pc:docMk/>
            <pc:sldMk cId="330577157" sldId="272"/>
            <ac:spMk id="6" creationId="{EE6CC186-89E2-9F5E-0C41-ED2F39F38B30}"/>
          </ac:spMkLst>
        </pc:spChg>
        <pc:spChg chg="add mod">
          <ac:chgData name="Thampi, Rohan" userId="684917c9-6abc-4a73-8a06-f5e465c0fcde" providerId="ADAL" clId="{F3DCDE7E-3E7A-46F4-B6A6-1CFD05149D43}" dt="2025-05-29T12:56:42.601" v="5965" actId="14100"/>
          <ac:spMkLst>
            <pc:docMk/>
            <pc:sldMk cId="330577157" sldId="272"/>
            <ac:spMk id="8" creationId="{8FA6B4E3-F508-13FF-69C0-62A84929E829}"/>
          </ac:spMkLst>
        </pc:spChg>
        <pc:spChg chg="add del mod">
          <ac:chgData name="Thampi, Rohan" userId="684917c9-6abc-4a73-8a06-f5e465c0fcde" providerId="ADAL" clId="{F3DCDE7E-3E7A-46F4-B6A6-1CFD05149D43}" dt="2025-05-29T12:56:44.543" v="5966" actId="478"/>
          <ac:spMkLst>
            <pc:docMk/>
            <pc:sldMk cId="330577157" sldId="272"/>
            <ac:spMk id="9" creationId="{0B4C39C1-E30C-3BE2-AE51-E6820D4D8EC3}"/>
          </ac:spMkLst>
        </pc:spChg>
        <pc:graphicFrameChg chg="add del">
          <ac:chgData name="Thampi, Rohan" userId="684917c9-6abc-4a73-8a06-f5e465c0fcde" providerId="ADAL" clId="{F3DCDE7E-3E7A-46F4-B6A6-1CFD05149D43}" dt="2025-05-29T01:00:02.797" v="2370" actId="3680"/>
          <ac:graphicFrameMkLst>
            <pc:docMk/>
            <pc:sldMk cId="330577157" sldId="272"/>
            <ac:graphicFrameMk id="5" creationId="{AFA054A3-3987-7B25-40B4-BA59E8E8EBA4}"/>
          </ac:graphicFrameMkLst>
        </pc:graphicFrameChg>
        <pc:graphicFrameChg chg="add del mod modGraphic">
          <ac:chgData name="Thampi, Rohan" userId="684917c9-6abc-4a73-8a06-f5e465c0fcde" providerId="ADAL" clId="{F3DCDE7E-3E7A-46F4-B6A6-1CFD05149D43}" dt="2025-05-29T01:14:31.378" v="2761" actId="478"/>
          <ac:graphicFrameMkLst>
            <pc:docMk/>
            <pc:sldMk cId="330577157" sldId="272"/>
            <ac:graphicFrameMk id="6" creationId="{F654A50C-BAF9-85B9-D904-15FD56C90AA6}"/>
          </ac:graphicFrameMkLst>
        </pc:graphicFrameChg>
        <pc:graphicFrameChg chg="add mod modGraphic">
          <ac:chgData name="Thampi, Rohan" userId="684917c9-6abc-4a73-8a06-f5e465c0fcde" providerId="ADAL" clId="{F3DCDE7E-3E7A-46F4-B6A6-1CFD05149D43}" dt="2025-05-29T03:35:08.226" v="3846" actId="1076"/>
          <ac:graphicFrameMkLst>
            <pc:docMk/>
            <pc:sldMk cId="330577157" sldId="272"/>
            <ac:graphicFrameMk id="7" creationId="{4B2599F1-D0A1-1357-F01A-1727E0F6A665}"/>
          </ac:graphicFrameMkLst>
        </pc:graphicFrameChg>
        <pc:cxnChg chg="add mod">
          <ac:chgData name="Thampi, Rohan" userId="684917c9-6abc-4a73-8a06-f5e465c0fcde" providerId="ADAL" clId="{F3DCDE7E-3E7A-46F4-B6A6-1CFD05149D43}" dt="2025-05-29T03:28:07.490" v="3736"/>
          <ac:cxnSpMkLst>
            <pc:docMk/>
            <pc:sldMk cId="330577157" sldId="272"/>
            <ac:cxnSpMk id="3" creationId="{25E5828F-50FC-FB2B-2B82-39E66B5FD9AF}"/>
          </ac:cxnSpMkLst>
        </pc:cxnChg>
        <pc:cxnChg chg="del">
          <ac:chgData name="Thampi, Rohan" userId="684917c9-6abc-4a73-8a06-f5e465c0fcde" providerId="ADAL" clId="{F3DCDE7E-3E7A-46F4-B6A6-1CFD05149D43}" dt="2025-05-29T03:28:07.191" v="3735" actId="478"/>
          <ac:cxnSpMkLst>
            <pc:docMk/>
            <pc:sldMk cId="330577157" sldId="272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5:24:48.724" v="5952" actId="20577"/>
        <pc:sldMkLst>
          <pc:docMk/>
          <pc:sldMk cId="3928561860" sldId="273"/>
        </pc:sldMkLst>
        <pc:spChg chg="mod">
          <ac:chgData name="Thampi, Rohan" userId="684917c9-6abc-4a73-8a06-f5e465c0fcde" providerId="ADAL" clId="{F3DCDE7E-3E7A-46F4-B6A6-1CFD05149D43}" dt="2025-05-29T01:23:28.967" v="2994" actId="20577"/>
          <ac:spMkLst>
            <pc:docMk/>
            <pc:sldMk cId="3928561860" sldId="273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3:54:33.917" v="1714" actId="1076"/>
          <ac:spMkLst>
            <pc:docMk/>
            <pc:sldMk cId="3928561860" sldId="273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5:24:48.724" v="5952" actId="20577"/>
          <ac:spMkLst>
            <pc:docMk/>
            <pc:sldMk cId="3928561860" sldId="273"/>
            <ac:spMk id="5" creationId="{3C60F451-4B04-DB77-1CC1-804300F074AB}"/>
          </ac:spMkLst>
        </pc:spChg>
        <pc:spChg chg="add mod">
          <ac:chgData name="Thampi, Rohan" userId="684917c9-6abc-4a73-8a06-f5e465c0fcde" providerId="ADAL" clId="{F3DCDE7E-3E7A-46F4-B6A6-1CFD05149D43}" dt="2025-05-28T23:54:11.997" v="1620" actId="20577"/>
          <ac:spMkLst>
            <pc:docMk/>
            <pc:sldMk cId="3928561860" sldId="273"/>
            <ac:spMk id="6" creationId="{CA11807B-92E1-EC15-15B0-01A18B986870}"/>
          </ac:spMkLst>
        </pc:spChg>
        <pc:picChg chg="add del mod">
          <ac:chgData name="Thampi, Rohan" userId="684917c9-6abc-4a73-8a06-f5e465c0fcde" providerId="ADAL" clId="{F3DCDE7E-3E7A-46F4-B6A6-1CFD05149D43}" dt="2025-05-29T00:42:54.502" v="1912" actId="478"/>
          <ac:picMkLst>
            <pc:docMk/>
            <pc:sldMk cId="3928561860" sldId="273"/>
            <ac:picMk id="2050" creationId="{356C75D2-90E0-E7D5-C8E8-5EFF78268288}"/>
          </ac:picMkLst>
        </pc:picChg>
        <pc:picChg chg="add mod">
          <ac:chgData name="Thampi, Rohan" userId="684917c9-6abc-4a73-8a06-f5e465c0fcde" providerId="ADAL" clId="{F3DCDE7E-3E7A-46F4-B6A6-1CFD05149D43}" dt="2025-05-29T01:26:07.136" v="3006" actId="14100"/>
          <ac:picMkLst>
            <pc:docMk/>
            <pc:sldMk cId="3928561860" sldId="273"/>
            <ac:picMk id="2052" creationId="{0B2C2CAE-F1CC-C01F-D175-9F94C1D85AC9}"/>
          </ac:picMkLst>
        </pc:picChg>
        <pc:picChg chg="add del mod">
          <ac:chgData name="Thampi, Rohan" userId="684917c9-6abc-4a73-8a06-f5e465c0fcde" providerId="ADAL" clId="{F3DCDE7E-3E7A-46F4-B6A6-1CFD05149D43}" dt="2025-05-29T01:25:28.817" v="3000" actId="478"/>
          <ac:picMkLst>
            <pc:docMk/>
            <pc:sldMk cId="3928561860" sldId="273"/>
            <ac:picMk id="2054" creationId="{B836E4B7-9EE1-24A6-869C-67F077C9AC9C}"/>
          </ac:picMkLst>
        </pc:picChg>
        <pc:picChg chg="add">
          <ac:chgData name="Thampi, Rohan" userId="684917c9-6abc-4a73-8a06-f5e465c0fcde" providerId="ADAL" clId="{F3DCDE7E-3E7A-46F4-B6A6-1CFD05149D43}" dt="2025-05-29T01:25:46.763" v="3001"/>
          <ac:picMkLst>
            <pc:docMk/>
            <pc:sldMk cId="3928561860" sldId="273"/>
            <ac:picMk id="2056" creationId="{2F607A7B-4B57-6B61-4E2F-5071687559FB}"/>
          </ac:picMkLst>
        </pc:picChg>
        <pc:picChg chg="add mod">
          <ac:chgData name="Thampi, Rohan" userId="684917c9-6abc-4a73-8a06-f5e465c0fcde" providerId="ADAL" clId="{F3DCDE7E-3E7A-46F4-B6A6-1CFD05149D43}" dt="2025-05-29T01:25:58.271" v="3004" actId="1076"/>
          <ac:picMkLst>
            <pc:docMk/>
            <pc:sldMk cId="3928561860" sldId="273"/>
            <ac:picMk id="2058" creationId="{9C7E1BDE-710D-453F-456A-13241D0AA70A}"/>
          </ac:picMkLst>
        </pc:picChg>
        <pc:cxnChg chg="add mod">
          <ac:chgData name="Thampi, Rohan" userId="684917c9-6abc-4a73-8a06-f5e465c0fcde" providerId="ADAL" clId="{F3DCDE7E-3E7A-46F4-B6A6-1CFD05149D43}" dt="2025-05-28T23:54:30.103" v="1713" actId="1038"/>
          <ac:cxnSpMkLst>
            <pc:docMk/>
            <pc:sldMk cId="3928561860" sldId="273"/>
            <ac:cxnSpMk id="7" creationId="{B9D92CAD-4635-261A-AE0F-08E3C76430A8}"/>
          </ac:cxnSpMkLst>
        </pc:cxnChg>
        <pc:cxnChg chg="mod">
          <ac:chgData name="Thampi, Rohan" userId="684917c9-6abc-4a73-8a06-f5e465c0fcde" providerId="ADAL" clId="{F3DCDE7E-3E7A-46F4-B6A6-1CFD05149D43}" dt="2025-05-28T23:54:21.149" v="1630" actId="1037"/>
          <ac:cxnSpMkLst>
            <pc:docMk/>
            <pc:sldMk cId="3928561860" sldId="273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58.236" v="4424" actId="20577"/>
        <pc:sldMkLst>
          <pc:docMk/>
          <pc:sldMk cId="2230611167" sldId="274"/>
        </pc:sldMkLst>
        <pc:spChg chg="mod">
          <ac:chgData name="Thampi, Rohan" userId="684917c9-6abc-4a73-8a06-f5e465c0fcde" providerId="ADAL" clId="{F3DCDE7E-3E7A-46F4-B6A6-1CFD05149D43}" dt="2025-05-29T03:38:02.777" v="3927" actId="108"/>
          <ac:spMkLst>
            <pc:docMk/>
            <pc:sldMk cId="2230611167" sldId="274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8T23:57:23.237" v="1748" actId="20577"/>
          <ac:spMkLst>
            <pc:docMk/>
            <pc:sldMk cId="2230611167" sldId="274"/>
            <ac:spMk id="4" creationId="{4E5542D2-2ABA-C41C-7666-9132821C12BB}"/>
          </ac:spMkLst>
        </pc:spChg>
        <pc:cxnChg chg="add mod">
          <ac:chgData name="Thampi, Rohan" userId="684917c9-6abc-4a73-8a06-f5e465c0fcde" providerId="ADAL" clId="{F3DCDE7E-3E7A-46F4-B6A6-1CFD05149D43}" dt="2025-05-29T03:28:11.745" v="3738"/>
          <ac:cxnSpMkLst>
            <pc:docMk/>
            <pc:sldMk cId="2230611167" sldId="274"/>
            <ac:cxnSpMk id="3" creationId="{627D734F-376E-9F9A-8FB9-DE26F6FEFF33}"/>
          </ac:cxnSpMkLst>
        </pc:cxnChg>
        <pc:cxnChg chg="del">
          <ac:chgData name="Thampi, Rohan" userId="684917c9-6abc-4a73-8a06-f5e465c0fcde" providerId="ADAL" clId="{F3DCDE7E-3E7A-46F4-B6A6-1CFD05149D43}" dt="2025-05-29T03:28:11.326" v="3737" actId="478"/>
          <ac:cxnSpMkLst>
            <pc:docMk/>
            <pc:sldMk cId="2230611167" sldId="274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9:05.341" v="4426" actId="20577"/>
        <pc:sldMkLst>
          <pc:docMk/>
          <pc:sldMk cId="683091638" sldId="275"/>
        </pc:sldMkLst>
        <pc:spChg chg="del">
          <ac:chgData name="Thampi, Rohan" userId="684917c9-6abc-4a73-8a06-f5e465c0fcde" providerId="ADAL" clId="{F3DCDE7E-3E7A-46F4-B6A6-1CFD05149D43}" dt="2025-05-29T02:15:08.832" v="3011" actId="478"/>
          <ac:spMkLst>
            <pc:docMk/>
            <pc:sldMk cId="683091638" sldId="275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4:28.678" v="1794" actId="313"/>
          <ac:spMkLst>
            <pc:docMk/>
            <pc:sldMk cId="683091638" sldId="275"/>
            <ac:spMk id="4" creationId="{4E5542D2-2ABA-C41C-7666-9132821C12BB}"/>
          </ac:spMkLst>
        </pc:spChg>
        <pc:spChg chg="add del mod">
          <ac:chgData name="Thampi, Rohan" userId="684917c9-6abc-4a73-8a06-f5e465c0fcde" providerId="ADAL" clId="{F3DCDE7E-3E7A-46F4-B6A6-1CFD05149D43}" dt="2025-05-29T02:24:23.996" v="3324" actId="478"/>
          <ac:spMkLst>
            <pc:docMk/>
            <pc:sldMk cId="683091638" sldId="275"/>
            <ac:spMk id="5" creationId="{C32B0F83-5CE3-F325-BE4C-721C346BECA6}"/>
          </ac:spMkLst>
        </pc:spChg>
        <pc:spChg chg="add mod">
          <ac:chgData name="Thampi, Rohan" userId="684917c9-6abc-4a73-8a06-f5e465c0fcde" providerId="ADAL" clId="{F3DCDE7E-3E7A-46F4-B6A6-1CFD05149D43}" dt="2025-05-29T03:09:40.202" v="3442" actId="20577"/>
          <ac:spMkLst>
            <pc:docMk/>
            <pc:sldMk cId="683091638" sldId="275"/>
            <ac:spMk id="6" creationId="{8FF2BE05-125F-A16A-7075-B7C3048135EB}"/>
          </ac:spMkLst>
        </pc:spChg>
        <pc:spChg chg="add del">
          <ac:chgData name="Thampi, Rohan" userId="684917c9-6abc-4a73-8a06-f5e465c0fcde" providerId="ADAL" clId="{F3DCDE7E-3E7A-46F4-B6A6-1CFD05149D43}" dt="2025-05-29T02:19:44.825" v="3187" actId="22"/>
          <ac:spMkLst>
            <pc:docMk/>
            <pc:sldMk cId="683091638" sldId="275"/>
            <ac:spMk id="9" creationId="{6129A7B4-13B7-1340-A4FF-3FB48AE725F0}"/>
          </ac:spMkLst>
        </pc:spChg>
        <pc:spChg chg="add mod">
          <ac:chgData name="Thampi, Rohan" userId="684917c9-6abc-4a73-8a06-f5e465c0fcde" providerId="ADAL" clId="{F3DCDE7E-3E7A-46F4-B6A6-1CFD05149D43}" dt="2025-05-29T03:01:21.627" v="3430" actId="113"/>
          <ac:spMkLst>
            <pc:docMk/>
            <pc:sldMk cId="683091638" sldId="275"/>
            <ac:spMk id="11" creationId="{0F396A2C-A7BC-EDAF-8287-470504C7D770}"/>
          </ac:spMkLst>
        </pc:spChg>
        <pc:spChg chg="add del">
          <ac:chgData name="Thampi, Rohan" userId="684917c9-6abc-4a73-8a06-f5e465c0fcde" providerId="ADAL" clId="{F3DCDE7E-3E7A-46F4-B6A6-1CFD05149D43}" dt="2025-05-29T02:21:57.711" v="3273" actId="22"/>
          <ac:spMkLst>
            <pc:docMk/>
            <pc:sldMk cId="683091638" sldId="275"/>
            <ac:spMk id="13" creationId="{DA9BBAB1-2BBD-CB79-1446-0AC7001B4E9C}"/>
          </ac:spMkLst>
        </pc:spChg>
        <pc:spChg chg="add del mod">
          <ac:chgData name="Thampi, Rohan" userId="684917c9-6abc-4a73-8a06-f5e465c0fcde" providerId="ADAL" clId="{F3DCDE7E-3E7A-46F4-B6A6-1CFD05149D43}" dt="2025-05-29T02:24:27.952" v="3325" actId="478"/>
          <ac:spMkLst>
            <pc:docMk/>
            <pc:sldMk cId="683091638" sldId="275"/>
            <ac:spMk id="15" creationId="{A289C7CA-A021-0A01-C0CF-E473CD260B94}"/>
          </ac:spMkLst>
        </pc:spChg>
        <pc:picChg chg="add del mod">
          <ac:chgData name="Thampi, Rohan" userId="684917c9-6abc-4a73-8a06-f5e465c0fcde" providerId="ADAL" clId="{F3DCDE7E-3E7A-46F4-B6A6-1CFD05149D43}" dt="2025-05-29T02:24:23.996" v="3324" actId="478"/>
          <ac:picMkLst>
            <pc:docMk/>
            <pc:sldMk cId="683091638" sldId="275"/>
            <ac:picMk id="4098" creationId="{66F88D55-6734-004A-C447-1AB1B5CCD05A}"/>
          </ac:picMkLst>
        </pc:picChg>
        <pc:picChg chg="add del mod">
          <ac:chgData name="Thampi, Rohan" userId="684917c9-6abc-4a73-8a06-f5e465c0fcde" providerId="ADAL" clId="{F3DCDE7E-3E7A-46F4-B6A6-1CFD05149D43}" dt="2025-05-29T02:58:16.631" v="3326" actId="478"/>
          <ac:picMkLst>
            <pc:docMk/>
            <pc:sldMk cId="683091638" sldId="275"/>
            <ac:picMk id="4100" creationId="{50753DB3-F952-65B6-97B5-5FA0D164B344}"/>
          </ac:picMkLst>
        </pc:picChg>
        <pc:picChg chg="add mod">
          <ac:chgData name="Thampi, Rohan" userId="684917c9-6abc-4a73-8a06-f5e465c0fcde" providerId="ADAL" clId="{F3DCDE7E-3E7A-46F4-B6A6-1CFD05149D43}" dt="2025-05-29T02:59:17.123" v="3334" actId="1076"/>
          <ac:picMkLst>
            <pc:docMk/>
            <pc:sldMk cId="683091638" sldId="275"/>
            <ac:picMk id="4102" creationId="{4437006A-6962-7CAA-27DA-E64A26A3D00B}"/>
          </ac:picMkLst>
        </pc:picChg>
        <pc:cxnChg chg="add mod">
          <ac:chgData name="Thampi, Rohan" userId="684917c9-6abc-4a73-8a06-f5e465c0fcde" providerId="ADAL" clId="{F3DCDE7E-3E7A-46F4-B6A6-1CFD05149D43}" dt="2025-05-29T03:27:55.771" v="3732"/>
          <ac:cxnSpMkLst>
            <pc:docMk/>
            <pc:sldMk cId="683091638" sldId="275"/>
            <ac:cxnSpMk id="2" creationId="{5A6612B0-1C69-8498-4F1B-B0DD0EC7364F}"/>
          </ac:cxnSpMkLst>
        </pc:cxnChg>
        <pc:cxnChg chg="del">
          <ac:chgData name="Thampi, Rohan" userId="684917c9-6abc-4a73-8a06-f5e465c0fcde" providerId="ADAL" clId="{F3DCDE7E-3E7A-46F4-B6A6-1CFD05149D43}" dt="2025-05-29T03:27:55.358" v="3731" actId="478"/>
          <ac:cxnSpMkLst>
            <pc:docMk/>
            <pc:sldMk cId="683091638" sldId="275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5:19:44.017" v="5720" actId="20577"/>
        <pc:sldMkLst>
          <pc:docMk/>
          <pc:sldMk cId="3260920264" sldId="276"/>
        </pc:sldMkLst>
        <pc:spChg chg="mod">
          <ac:chgData name="Thampi, Rohan" userId="684917c9-6abc-4a73-8a06-f5e465c0fcde" providerId="ADAL" clId="{F3DCDE7E-3E7A-46F4-B6A6-1CFD05149D43}" dt="2025-05-29T05:19:44.017" v="5720" actId="20577"/>
          <ac:spMkLst>
            <pc:docMk/>
            <pc:sldMk cId="3260920264" sldId="276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3:40:46.450" v="4021" actId="20577"/>
          <ac:spMkLst>
            <pc:docMk/>
            <pc:sldMk cId="3260920264" sldId="276"/>
            <ac:spMk id="4" creationId="{4E5542D2-2ABA-C41C-7666-9132821C12BB}"/>
          </ac:spMkLst>
        </pc:spChg>
        <pc:cxnChg chg="add mod">
          <ac:chgData name="Thampi, Rohan" userId="684917c9-6abc-4a73-8a06-f5e465c0fcde" providerId="ADAL" clId="{F3DCDE7E-3E7A-46F4-B6A6-1CFD05149D43}" dt="2025-05-29T03:28:50.845" v="3748"/>
          <ac:cxnSpMkLst>
            <pc:docMk/>
            <pc:sldMk cId="3260920264" sldId="276"/>
            <ac:cxnSpMk id="3" creationId="{5EAF2320-E6E6-6853-E3E5-9B4736384AD4}"/>
          </ac:cxnSpMkLst>
        </pc:cxnChg>
        <pc:cxnChg chg="del">
          <ac:chgData name="Thampi, Rohan" userId="684917c9-6abc-4a73-8a06-f5e465c0fcde" providerId="ADAL" clId="{F3DCDE7E-3E7A-46F4-B6A6-1CFD05149D43}" dt="2025-05-29T03:28:50.536" v="3747" actId="478"/>
          <ac:cxnSpMkLst>
            <pc:docMk/>
            <pc:sldMk cId="3260920264" sldId="276"/>
            <ac:cxnSpMk id="8" creationId="{BC9E2731-9D9A-E939-13BA-1AB9D26C90E9}"/>
          </ac:cxnSpMkLst>
        </pc:cxnChg>
      </pc:sldChg>
      <pc:sldChg chg="delSp modSp add del mod">
        <pc:chgData name="Thampi, Rohan" userId="684917c9-6abc-4a73-8a06-f5e465c0fcde" providerId="ADAL" clId="{F3DCDE7E-3E7A-46F4-B6A6-1CFD05149D43}" dt="2025-05-29T00:34:55.848" v="1850" actId="47"/>
        <pc:sldMkLst>
          <pc:docMk/>
          <pc:sldMk cId="2988601055" sldId="277"/>
        </pc:sldMkLst>
        <pc:spChg chg="del mod">
          <ac:chgData name="Thampi, Rohan" userId="684917c9-6abc-4a73-8a06-f5e465c0fcde" providerId="ADAL" clId="{F3DCDE7E-3E7A-46F4-B6A6-1CFD05149D43}" dt="2025-05-29T00:25:18.009" v="1829" actId="478"/>
          <ac:spMkLst>
            <pc:docMk/>
            <pc:sldMk cId="2988601055" sldId="277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5:14.799" v="1827" actId="1076"/>
          <ac:spMkLst>
            <pc:docMk/>
            <pc:sldMk cId="2988601055" sldId="277"/>
            <ac:spMk id="4" creationId="{4E5542D2-2ABA-C41C-7666-9132821C12BB}"/>
          </ac:spMkLst>
        </pc:spChg>
      </pc:sldChg>
      <pc:sldChg chg="addSp delSp modSp add mod ord modAnim modNotesTx">
        <pc:chgData name="Thampi, Rohan" userId="684917c9-6abc-4a73-8a06-f5e465c0fcde" providerId="ADAL" clId="{F3DCDE7E-3E7A-46F4-B6A6-1CFD05149D43}" dt="2025-05-29T05:10:14.485" v="5618" actId="404"/>
        <pc:sldMkLst>
          <pc:docMk/>
          <pc:sldMk cId="3776898968" sldId="278"/>
        </pc:sldMkLst>
        <pc:spChg chg="del mod">
          <ac:chgData name="Thampi, Rohan" userId="684917c9-6abc-4a73-8a06-f5e465c0fcde" providerId="ADAL" clId="{F3DCDE7E-3E7A-46F4-B6A6-1CFD05149D43}" dt="2025-05-29T04:27:50.016" v="4871" actId="478"/>
          <ac:spMkLst>
            <pc:docMk/>
            <pc:sldMk cId="3776898968" sldId="278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4:34:26.665" v="4925" actId="20577"/>
          <ac:spMkLst>
            <pc:docMk/>
            <pc:sldMk cId="3776898968" sldId="278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27:44.527" v="4869"/>
          <ac:spMkLst>
            <pc:docMk/>
            <pc:sldMk cId="3776898968" sldId="278"/>
            <ac:spMk id="5" creationId="{F69A7B63-D685-0323-C498-2234C3E13376}"/>
          </ac:spMkLst>
        </pc:spChg>
        <pc:spChg chg="add mod">
          <ac:chgData name="Thampi, Rohan" userId="684917c9-6abc-4a73-8a06-f5e465c0fcde" providerId="ADAL" clId="{F3DCDE7E-3E7A-46F4-B6A6-1CFD05149D43}" dt="2025-05-29T05:10:14.485" v="5618" actId="404"/>
          <ac:spMkLst>
            <pc:docMk/>
            <pc:sldMk cId="3776898968" sldId="278"/>
            <ac:spMk id="6" creationId="{82C96BEC-96FD-BAC2-87C7-E6D9FE05F036}"/>
          </ac:spMkLst>
        </pc:spChg>
        <pc:spChg chg="add mod">
          <ac:chgData name="Thampi, Rohan" userId="684917c9-6abc-4a73-8a06-f5e465c0fcde" providerId="ADAL" clId="{F3DCDE7E-3E7A-46F4-B6A6-1CFD05149D43}" dt="2025-05-29T04:29:46.404" v="4902"/>
          <ac:spMkLst>
            <pc:docMk/>
            <pc:sldMk cId="3776898968" sldId="278"/>
            <ac:spMk id="10" creationId="{E5B71B61-5326-7F12-4D18-B6EB08F4EDFA}"/>
          </ac:spMkLst>
        </pc:spChg>
        <pc:spChg chg="add mod">
          <ac:chgData name="Thampi, Rohan" userId="684917c9-6abc-4a73-8a06-f5e465c0fcde" providerId="ADAL" clId="{F3DCDE7E-3E7A-46F4-B6A6-1CFD05149D43}" dt="2025-05-29T04:29:46.404" v="4902"/>
          <ac:spMkLst>
            <pc:docMk/>
            <pc:sldMk cId="3776898968" sldId="278"/>
            <ac:spMk id="11" creationId="{E0D0E822-7CF8-3921-9CD2-8210191C0DAB}"/>
          </ac:spMkLst>
        </pc:spChg>
        <pc:picChg chg="add mod">
          <ac:chgData name="Thampi, Rohan" userId="684917c9-6abc-4a73-8a06-f5e465c0fcde" providerId="ADAL" clId="{F3DCDE7E-3E7A-46F4-B6A6-1CFD05149D43}" dt="2025-05-29T04:28:32.645" v="4877" actId="1076"/>
          <ac:picMkLst>
            <pc:docMk/>
            <pc:sldMk cId="3776898968" sldId="278"/>
            <ac:picMk id="9" creationId="{21C59C4B-91C9-9CE3-3190-94E7200C9E17}"/>
          </ac:picMkLst>
        </pc:picChg>
        <pc:picChg chg="add mod">
          <ac:chgData name="Thampi, Rohan" userId="684917c9-6abc-4a73-8a06-f5e465c0fcde" providerId="ADAL" clId="{F3DCDE7E-3E7A-46F4-B6A6-1CFD05149D43}" dt="2025-05-29T04:30:44.447" v="4911" actId="1038"/>
          <ac:picMkLst>
            <pc:docMk/>
            <pc:sldMk cId="3776898968" sldId="278"/>
            <ac:picMk id="13" creationId="{A0445C1F-6B7F-F497-0912-2F4EE17A45E6}"/>
          </ac:picMkLst>
        </pc:picChg>
        <pc:picChg chg="add mod">
          <ac:chgData name="Thampi, Rohan" userId="684917c9-6abc-4a73-8a06-f5e465c0fcde" providerId="ADAL" clId="{F3DCDE7E-3E7A-46F4-B6A6-1CFD05149D43}" dt="2025-05-29T05:05:42.043" v="5528" actId="1076"/>
          <ac:picMkLst>
            <pc:docMk/>
            <pc:sldMk cId="3776898968" sldId="278"/>
            <ac:picMk id="14" creationId="{24D40B9C-18E0-ED9E-334A-9D75E8D858A1}"/>
          </ac:picMkLst>
        </pc:picChg>
        <pc:picChg chg="add mod">
          <ac:chgData name="Thampi, Rohan" userId="684917c9-6abc-4a73-8a06-f5e465c0fcde" providerId="ADAL" clId="{F3DCDE7E-3E7A-46F4-B6A6-1CFD05149D43}" dt="2025-05-29T04:31:39.537" v="4921" actId="1038"/>
          <ac:picMkLst>
            <pc:docMk/>
            <pc:sldMk cId="3776898968" sldId="278"/>
            <ac:picMk id="6146" creationId="{2917B197-91FF-F0F8-B846-FEF321C52EB7}"/>
          </ac:picMkLst>
        </pc:picChg>
        <pc:cxnChg chg="add mod">
          <ac:chgData name="Thampi, Rohan" userId="684917c9-6abc-4a73-8a06-f5e465c0fcde" providerId="ADAL" clId="{F3DCDE7E-3E7A-46F4-B6A6-1CFD05149D43}" dt="2025-05-29T03:28:55.982" v="3750"/>
          <ac:cxnSpMkLst>
            <pc:docMk/>
            <pc:sldMk cId="3776898968" sldId="278"/>
            <ac:cxnSpMk id="3" creationId="{587A7CEE-FFEA-3DD5-5D1A-B368D2CCBF7E}"/>
          </ac:cxnSpMkLst>
        </pc:cxnChg>
        <pc:cxnChg chg="del">
          <ac:chgData name="Thampi, Rohan" userId="684917c9-6abc-4a73-8a06-f5e465c0fcde" providerId="ADAL" clId="{F3DCDE7E-3E7A-46F4-B6A6-1CFD05149D43}" dt="2025-05-29T03:28:55.663" v="3749" actId="478"/>
          <ac:cxnSpMkLst>
            <pc:docMk/>
            <pc:sldMk cId="3776898968" sldId="278"/>
            <ac:cxnSpMk id="8" creationId="{BC9E2731-9D9A-E939-13BA-1AB9D26C90E9}"/>
          </ac:cxnSpMkLst>
        </pc:cxnChg>
      </pc:sldChg>
      <pc:sldChg chg="addSp delSp modSp add mod modAnim modNotesTx">
        <pc:chgData name="Thampi, Rohan" userId="684917c9-6abc-4a73-8a06-f5e465c0fcde" providerId="ADAL" clId="{F3DCDE7E-3E7A-46F4-B6A6-1CFD05149D43}" dt="2025-05-29T05:25:13.875" v="5957" actId="1035"/>
        <pc:sldMkLst>
          <pc:docMk/>
          <pc:sldMk cId="4190792042" sldId="279"/>
        </pc:sldMkLst>
        <pc:spChg chg="del">
          <ac:chgData name="Thampi, Rohan" userId="684917c9-6abc-4a73-8a06-f5e465c0fcde" providerId="ADAL" clId="{F3DCDE7E-3E7A-46F4-B6A6-1CFD05149D43}" dt="2025-05-29T04:11:42.360" v="4622" actId="478"/>
          <ac:spMkLst>
            <pc:docMk/>
            <pc:sldMk cId="4190792042" sldId="279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25:54.309" v="1847" actId="20577"/>
          <ac:spMkLst>
            <pc:docMk/>
            <pc:sldMk cId="4190792042" sldId="279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11:39.993" v="4621"/>
          <ac:spMkLst>
            <pc:docMk/>
            <pc:sldMk cId="4190792042" sldId="279"/>
            <ac:spMk id="5" creationId="{5EC5946A-129F-861A-46DA-51C39F621210}"/>
          </ac:spMkLst>
        </pc:spChg>
        <pc:spChg chg="add mod">
          <ac:chgData name="Thampi, Rohan" userId="684917c9-6abc-4a73-8a06-f5e465c0fcde" providerId="ADAL" clId="{F3DCDE7E-3E7A-46F4-B6A6-1CFD05149D43}" dt="2025-05-29T05:10:20.068" v="5621" actId="20577"/>
          <ac:spMkLst>
            <pc:docMk/>
            <pc:sldMk cId="4190792042" sldId="279"/>
            <ac:spMk id="6" creationId="{3C43F8F8-12AE-B9B0-9A90-A46D6D9980C8}"/>
          </ac:spMkLst>
        </pc:spChg>
        <pc:spChg chg="add mod">
          <ac:chgData name="Thampi, Rohan" userId="684917c9-6abc-4a73-8a06-f5e465c0fcde" providerId="ADAL" clId="{F3DCDE7E-3E7A-46F4-B6A6-1CFD05149D43}" dt="2025-05-29T04:24:15.185" v="4820"/>
          <ac:spMkLst>
            <pc:docMk/>
            <pc:sldMk cId="4190792042" sldId="279"/>
            <ac:spMk id="12" creationId="{81332528-9549-3294-BBC8-FA301903A6C0}"/>
          </ac:spMkLst>
        </pc:spChg>
        <pc:spChg chg="add mod">
          <ac:chgData name="Thampi, Rohan" userId="684917c9-6abc-4a73-8a06-f5e465c0fcde" providerId="ADAL" clId="{F3DCDE7E-3E7A-46F4-B6A6-1CFD05149D43}" dt="2025-05-29T04:24:15.185" v="4820"/>
          <ac:spMkLst>
            <pc:docMk/>
            <pc:sldMk cId="4190792042" sldId="279"/>
            <ac:spMk id="13" creationId="{9F74B70C-0F38-1FE1-88DB-C908BD1F9F81}"/>
          </ac:spMkLst>
        </pc:spChg>
        <pc:picChg chg="add mod">
          <ac:chgData name="Thampi, Rohan" userId="684917c9-6abc-4a73-8a06-f5e465c0fcde" providerId="ADAL" clId="{F3DCDE7E-3E7A-46F4-B6A6-1CFD05149D43}" dt="2025-05-29T04:19:37.482" v="4772" actId="1076"/>
          <ac:picMkLst>
            <pc:docMk/>
            <pc:sldMk cId="4190792042" sldId="279"/>
            <ac:picMk id="9" creationId="{2A238C8D-E3A5-65EA-171A-89AFA7DAAED2}"/>
          </ac:picMkLst>
        </pc:picChg>
        <pc:picChg chg="add mod modCrop">
          <ac:chgData name="Thampi, Rohan" userId="684917c9-6abc-4a73-8a06-f5e465c0fcde" providerId="ADAL" clId="{F3DCDE7E-3E7A-46F4-B6A6-1CFD05149D43}" dt="2025-05-29T04:25:18.139" v="4835" actId="1076"/>
          <ac:picMkLst>
            <pc:docMk/>
            <pc:sldMk cId="4190792042" sldId="279"/>
            <ac:picMk id="11" creationId="{A39FA53F-99B2-E9FC-6B6E-1A9526C33E6D}"/>
          </ac:picMkLst>
        </pc:picChg>
        <pc:picChg chg="add mod">
          <ac:chgData name="Thampi, Rohan" userId="684917c9-6abc-4a73-8a06-f5e465c0fcde" providerId="ADAL" clId="{F3DCDE7E-3E7A-46F4-B6A6-1CFD05149D43}" dt="2025-05-29T05:25:13.875" v="5957" actId="1035"/>
          <ac:picMkLst>
            <pc:docMk/>
            <pc:sldMk cId="4190792042" sldId="279"/>
            <ac:picMk id="14" creationId="{D629B157-34BC-F8D6-9D8D-2FAD0E5AE4AA}"/>
          </ac:picMkLst>
        </pc:picChg>
        <pc:picChg chg="add mod">
          <ac:chgData name="Thampi, Rohan" userId="684917c9-6abc-4a73-8a06-f5e465c0fcde" providerId="ADAL" clId="{F3DCDE7E-3E7A-46F4-B6A6-1CFD05149D43}" dt="2025-05-29T04:25:09.834" v="4834" actId="1076"/>
          <ac:picMkLst>
            <pc:docMk/>
            <pc:sldMk cId="4190792042" sldId="279"/>
            <ac:picMk id="5122" creationId="{860219B9-3649-7E99-73AF-935C440BD636}"/>
          </ac:picMkLst>
        </pc:picChg>
        <pc:cxnChg chg="add mod">
          <ac:chgData name="Thampi, Rohan" userId="684917c9-6abc-4a73-8a06-f5e465c0fcde" providerId="ADAL" clId="{F3DCDE7E-3E7A-46F4-B6A6-1CFD05149D43}" dt="2025-05-29T03:29:04.160" v="3752"/>
          <ac:cxnSpMkLst>
            <pc:docMk/>
            <pc:sldMk cId="4190792042" sldId="279"/>
            <ac:cxnSpMk id="3" creationId="{5790E3B0-A43F-7FD4-9620-CBD7636493DF}"/>
          </ac:cxnSpMkLst>
        </pc:cxnChg>
        <pc:cxnChg chg="del">
          <ac:chgData name="Thampi, Rohan" userId="684917c9-6abc-4a73-8a06-f5e465c0fcde" providerId="ADAL" clId="{F3DCDE7E-3E7A-46F4-B6A6-1CFD05149D43}" dt="2025-05-29T03:29:03.743" v="3751" actId="478"/>
          <ac:cxnSpMkLst>
            <pc:docMk/>
            <pc:sldMk cId="4190792042" sldId="279"/>
            <ac:cxnSpMk id="8" creationId="{BC9E2731-9D9A-E939-13BA-1AB9D26C90E9}"/>
          </ac:cxnSpMkLst>
        </pc:cxnChg>
      </pc:sldChg>
      <pc:sldChg chg="addSp delSp modSp new mod">
        <pc:chgData name="Thampi, Rohan" userId="684917c9-6abc-4a73-8a06-f5e465c0fcde" providerId="ADAL" clId="{F3DCDE7E-3E7A-46F4-B6A6-1CFD05149D43}" dt="2025-05-29T00:48:45.140" v="2070"/>
        <pc:sldMkLst>
          <pc:docMk/>
          <pc:sldMk cId="3427730945" sldId="280"/>
        </pc:sldMkLst>
        <pc:spChg chg="mod">
          <ac:chgData name="Thampi, Rohan" userId="684917c9-6abc-4a73-8a06-f5e465c0fcde" providerId="ADAL" clId="{F3DCDE7E-3E7A-46F4-B6A6-1CFD05149D43}" dt="2025-05-29T00:48:45.140" v="2070"/>
          <ac:spMkLst>
            <pc:docMk/>
            <pc:sldMk cId="3427730945" sldId="280"/>
            <ac:spMk id="2" creationId="{1CE979DD-8DBC-3C13-D97C-0091300F4EFE}"/>
          </ac:spMkLst>
        </pc:spChg>
        <pc:spChg chg="del">
          <ac:chgData name="Thampi, Rohan" userId="684917c9-6abc-4a73-8a06-f5e465c0fcde" providerId="ADAL" clId="{F3DCDE7E-3E7A-46F4-B6A6-1CFD05149D43}" dt="2025-05-29T00:35:57.170" v="1870" actId="478"/>
          <ac:spMkLst>
            <pc:docMk/>
            <pc:sldMk cId="3427730945" sldId="280"/>
            <ac:spMk id="3" creationId="{B1CACCB6-561D-F4B7-F9B4-68208B8CB261}"/>
          </ac:spMkLst>
        </pc:spChg>
        <pc:picChg chg="add mod">
          <ac:chgData name="Thampi, Rohan" userId="684917c9-6abc-4a73-8a06-f5e465c0fcde" providerId="ADAL" clId="{F3DCDE7E-3E7A-46F4-B6A6-1CFD05149D43}" dt="2025-05-29T00:45:08.495" v="1949" actId="1076"/>
          <ac:picMkLst>
            <pc:docMk/>
            <pc:sldMk cId="3427730945" sldId="280"/>
            <ac:picMk id="1026" creationId="{D08A0857-AC30-139D-0197-C50E98FC69FE}"/>
          </ac:picMkLst>
        </pc:picChg>
        <pc:cxnChg chg="add mod">
          <ac:chgData name="Thampi, Rohan" userId="684917c9-6abc-4a73-8a06-f5e465c0fcde" providerId="ADAL" clId="{F3DCDE7E-3E7A-46F4-B6A6-1CFD05149D43}" dt="2025-05-29T00:39:18.178" v="1871"/>
          <ac:cxnSpMkLst>
            <pc:docMk/>
            <pc:sldMk cId="3427730945" sldId="280"/>
            <ac:cxnSpMk id="4" creationId="{E420BAF5-B1C1-5886-7CDA-8AF4141CAF0A}"/>
          </ac:cxnSpMkLst>
        </pc:cxnChg>
      </pc:sldChg>
      <pc:sldChg chg="addSp delSp modSp add del mod modNotesTx">
        <pc:chgData name="Thampi, Rohan" userId="684917c9-6abc-4a73-8a06-f5e465c0fcde" providerId="ADAL" clId="{F3DCDE7E-3E7A-46F4-B6A6-1CFD05149D43}" dt="2025-05-29T05:04:26.046" v="5516" actId="47"/>
        <pc:sldMkLst>
          <pc:docMk/>
          <pc:sldMk cId="2220500537" sldId="281"/>
        </pc:sldMkLst>
        <pc:spChg chg="mod">
          <ac:chgData name="Thampi, Rohan" userId="684917c9-6abc-4a73-8a06-f5e465c0fcde" providerId="ADAL" clId="{F3DCDE7E-3E7A-46F4-B6A6-1CFD05149D43}" dt="2025-05-29T04:40:13.058" v="4981" actId="948"/>
          <ac:spMkLst>
            <pc:docMk/>
            <pc:sldMk cId="2220500537" sldId="281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0:49:06.389" v="2089" actId="20577"/>
          <ac:spMkLst>
            <pc:docMk/>
            <pc:sldMk cId="2220500537" sldId="281"/>
            <ac:spMk id="4" creationId="{4E5542D2-2ABA-C41C-7666-9132821C12BB}"/>
          </ac:spMkLst>
        </pc:spChg>
        <pc:spChg chg="add mod">
          <ac:chgData name="Thampi, Rohan" userId="684917c9-6abc-4a73-8a06-f5e465c0fcde" providerId="ADAL" clId="{F3DCDE7E-3E7A-46F4-B6A6-1CFD05149D43}" dt="2025-05-29T04:50:49.302" v="5105" actId="164"/>
          <ac:spMkLst>
            <pc:docMk/>
            <pc:sldMk cId="2220500537" sldId="281"/>
            <ac:spMk id="6" creationId="{B5444526-9D42-9845-EAF9-5C57BF3F9FB0}"/>
          </ac:spMkLst>
        </pc:spChg>
        <pc:spChg chg="add mod">
          <ac:chgData name="Thampi, Rohan" userId="684917c9-6abc-4a73-8a06-f5e465c0fcde" providerId="ADAL" clId="{F3DCDE7E-3E7A-46F4-B6A6-1CFD05149D43}" dt="2025-05-29T04:50:53.860" v="5106" actId="164"/>
          <ac:spMkLst>
            <pc:docMk/>
            <pc:sldMk cId="2220500537" sldId="281"/>
            <ac:spMk id="7" creationId="{5D893781-73C5-6285-1D00-1D0B3327E6A9}"/>
          </ac:spMkLst>
        </pc:spChg>
        <pc:spChg chg="add mod">
          <ac:chgData name="Thampi, Rohan" userId="684917c9-6abc-4a73-8a06-f5e465c0fcde" providerId="ADAL" clId="{F3DCDE7E-3E7A-46F4-B6A6-1CFD05149D43}" dt="2025-05-29T04:50:42.807" v="5104" actId="164"/>
          <ac:spMkLst>
            <pc:docMk/>
            <pc:sldMk cId="2220500537" sldId="281"/>
            <ac:spMk id="9" creationId="{0E2C71C6-1E4A-39B3-E6B7-ED18DDD096A6}"/>
          </ac:spMkLst>
        </pc:spChg>
        <pc:spChg chg="add mod">
          <ac:chgData name="Thampi, Rohan" userId="684917c9-6abc-4a73-8a06-f5e465c0fcde" providerId="ADAL" clId="{F3DCDE7E-3E7A-46F4-B6A6-1CFD05149D43}" dt="2025-05-29T04:51:05.643" v="5107" actId="164"/>
          <ac:spMkLst>
            <pc:docMk/>
            <pc:sldMk cId="2220500537" sldId="281"/>
            <ac:spMk id="10" creationId="{1FC5E42B-B8B4-72BD-22AF-2EA6F156F7AA}"/>
          </ac:spMkLst>
        </pc:spChg>
        <pc:spChg chg="mod">
          <ac:chgData name="Thampi, Rohan" userId="684917c9-6abc-4a73-8a06-f5e465c0fcde" providerId="ADAL" clId="{F3DCDE7E-3E7A-46F4-B6A6-1CFD05149D43}" dt="2025-05-29T04:51:37.634" v="5116" actId="1076"/>
          <ac:spMkLst>
            <pc:docMk/>
            <pc:sldMk cId="2220500537" sldId="281"/>
            <ac:spMk id="17" creationId="{CE3EFF62-AC39-C9F9-3BFA-5C041E5954DD}"/>
          </ac:spMkLst>
        </pc:spChg>
        <pc:grpChg chg="add mod">
          <ac:chgData name="Thampi, Rohan" userId="684917c9-6abc-4a73-8a06-f5e465c0fcde" providerId="ADAL" clId="{F3DCDE7E-3E7A-46F4-B6A6-1CFD05149D43}" dt="2025-05-29T04:50:42.807" v="5104" actId="164"/>
          <ac:grpSpMkLst>
            <pc:docMk/>
            <pc:sldMk cId="2220500537" sldId="281"/>
            <ac:grpSpMk id="11" creationId="{6E608A5F-5CE6-6C20-D457-F11B4C9522B0}"/>
          </ac:grpSpMkLst>
        </pc:grpChg>
        <pc:grpChg chg="add mod">
          <ac:chgData name="Thampi, Rohan" userId="684917c9-6abc-4a73-8a06-f5e465c0fcde" providerId="ADAL" clId="{F3DCDE7E-3E7A-46F4-B6A6-1CFD05149D43}" dt="2025-05-29T04:50:49.302" v="5105" actId="164"/>
          <ac:grpSpMkLst>
            <pc:docMk/>
            <pc:sldMk cId="2220500537" sldId="281"/>
            <ac:grpSpMk id="12" creationId="{DA375782-1BD0-CC49-8E0E-75892BF638A8}"/>
          </ac:grpSpMkLst>
        </pc:grpChg>
        <pc:grpChg chg="add mod">
          <ac:chgData name="Thampi, Rohan" userId="684917c9-6abc-4a73-8a06-f5e465c0fcde" providerId="ADAL" clId="{F3DCDE7E-3E7A-46F4-B6A6-1CFD05149D43}" dt="2025-05-29T04:50:53.860" v="5106" actId="164"/>
          <ac:grpSpMkLst>
            <pc:docMk/>
            <pc:sldMk cId="2220500537" sldId="281"/>
            <ac:grpSpMk id="13" creationId="{3492CE94-F054-8526-015F-A7B1D718AE78}"/>
          </ac:grpSpMkLst>
        </pc:grpChg>
        <pc:grpChg chg="add mod">
          <ac:chgData name="Thampi, Rohan" userId="684917c9-6abc-4a73-8a06-f5e465c0fcde" providerId="ADAL" clId="{F3DCDE7E-3E7A-46F4-B6A6-1CFD05149D43}" dt="2025-05-29T04:51:05.643" v="5107" actId="164"/>
          <ac:grpSpMkLst>
            <pc:docMk/>
            <pc:sldMk cId="2220500537" sldId="281"/>
            <ac:grpSpMk id="14" creationId="{BF6F8D9A-0546-4A0B-5A82-CD5B2C830071}"/>
          </ac:grpSpMkLst>
        </pc:grpChg>
        <pc:grpChg chg="add mod">
          <ac:chgData name="Thampi, Rohan" userId="684917c9-6abc-4a73-8a06-f5e465c0fcde" providerId="ADAL" clId="{F3DCDE7E-3E7A-46F4-B6A6-1CFD05149D43}" dt="2025-05-29T04:51:37.634" v="5116" actId="1076"/>
          <ac:grpSpMkLst>
            <pc:docMk/>
            <pc:sldMk cId="2220500537" sldId="281"/>
            <ac:grpSpMk id="15" creationId="{55F407BF-B4A5-6AA3-7A2D-17B7CC5D7E1D}"/>
          </ac:grpSpMkLst>
        </pc:grpChg>
        <pc:grpChg chg="add mod">
          <ac:chgData name="Thampi, Rohan" userId="684917c9-6abc-4a73-8a06-f5e465c0fcde" providerId="ADAL" clId="{F3DCDE7E-3E7A-46F4-B6A6-1CFD05149D43}" dt="2025-05-29T04:51:37.634" v="5116" actId="1076"/>
          <ac:grpSpMkLst>
            <pc:docMk/>
            <pc:sldMk cId="2220500537" sldId="281"/>
            <ac:grpSpMk id="19" creationId="{74FA2601-E378-E099-D692-0FB532F66AA9}"/>
          </ac:grpSpMkLst>
        </pc:grpChg>
        <pc:picChg chg="mod">
          <ac:chgData name="Thampi, Rohan" userId="684917c9-6abc-4a73-8a06-f5e465c0fcde" providerId="ADAL" clId="{F3DCDE7E-3E7A-46F4-B6A6-1CFD05149D43}" dt="2025-05-29T04:51:37.634" v="5116" actId="1076"/>
          <ac:picMkLst>
            <pc:docMk/>
            <pc:sldMk cId="2220500537" sldId="281"/>
            <ac:picMk id="16" creationId="{2C0B6CE2-79C6-7DDE-6EB9-A71A0DC5E221}"/>
          </ac:picMkLst>
        </pc:picChg>
        <pc:picChg chg="add mod">
          <ac:chgData name="Thampi, Rohan" userId="684917c9-6abc-4a73-8a06-f5e465c0fcde" providerId="ADAL" clId="{F3DCDE7E-3E7A-46F4-B6A6-1CFD05149D43}" dt="2025-05-29T04:51:37.634" v="5116" actId="1076"/>
          <ac:picMkLst>
            <pc:docMk/>
            <pc:sldMk cId="2220500537" sldId="281"/>
            <ac:picMk id="18" creationId="{C091AC48-3997-D593-ECB7-456CA08C9AD9}"/>
          </ac:picMkLst>
        </pc:picChg>
        <pc:picChg chg="add mod">
          <ac:chgData name="Thampi, Rohan" userId="684917c9-6abc-4a73-8a06-f5e465c0fcde" providerId="ADAL" clId="{F3DCDE7E-3E7A-46F4-B6A6-1CFD05149D43}" dt="2025-05-29T04:51:05.643" v="5107" actId="164"/>
          <ac:picMkLst>
            <pc:docMk/>
            <pc:sldMk cId="2220500537" sldId="281"/>
            <ac:picMk id="4098" creationId="{DD639D87-BD06-68CC-324F-05AD0816D2BE}"/>
          </ac:picMkLst>
        </pc:picChg>
        <pc:picChg chg="add mod">
          <ac:chgData name="Thampi, Rohan" userId="684917c9-6abc-4a73-8a06-f5e465c0fcde" providerId="ADAL" clId="{F3DCDE7E-3E7A-46F4-B6A6-1CFD05149D43}" dt="2025-05-29T04:50:49.302" v="5105" actId="164"/>
          <ac:picMkLst>
            <pc:docMk/>
            <pc:sldMk cId="2220500537" sldId="281"/>
            <ac:picMk id="4100" creationId="{B21BDF28-11DF-3F4B-84A6-817C52D3C1AC}"/>
          </ac:picMkLst>
        </pc:picChg>
        <pc:picChg chg="add">
          <ac:chgData name="Thampi, Rohan" userId="684917c9-6abc-4a73-8a06-f5e465c0fcde" providerId="ADAL" clId="{F3DCDE7E-3E7A-46F4-B6A6-1CFD05149D43}" dt="2025-05-29T04:46:45.249" v="4997"/>
          <ac:picMkLst>
            <pc:docMk/>
            <pc:sldMk cId="2220500537" sldId="281"/>
            <ac:picMk id="4102" creationId="{504B971B-35B7-BBBF-63EE-3E1C2C432E52}"/>
          </ac:picMkLst>
        </pc:picChg>
        <pc:picChg chg="add">
          <ac:chgData name="Thampi, Rohan" userId="684917c9-6abc-4a73-8a06-f5e465c0fcde" providerId="ADAL" clId="{F3DCDE7E-3E7A-46F4-B6A6-1CFD05149D43}" dt="2025-05-29T04:46:49.597" v="4998"/>
          <ac:picMkLst>
            <pc:docMk/>
            <pc:sldMk cId="2220500537" sldId="281"/>
            <ac:picMk id="4104" creationId="{D985EC3D-9585-E3EE-0695-E35EE9C82946}"/>
          </ac:picMkLst>
        </pc:picChg>
        <pc:picChg chg="add mod">
          <ac:chgData name="Thampi, Rohan" userId="684917c9-6abc-4a73-8a06-f5e465c0fcde" providerId="ADAL" clId="{F3DCDE7E-3E7A-46F4-B6A6-1CFD05149D43}" dt="2025-05-29T04:50:42.807" v="5104" actId="164"/>
          <ac:picMkLst>
            <pc:docMk/>
            <pc:sldMk cId="2220500537" sldId="281"/>
            <ac:picMk id="4106" creationId="{B7634203-D9DF-4333-149D-B3F37585553E}"/>
          </ac:picMkLst>
        </pc:picChg>
        <pc:picChg chg="add del mod">
          <ac:chgData name="Thampi, Rohan" userId="684917c9-6abc-4a73-8a06-f5e465c0fcde" providerId="ADAL" clId="{F3DCDE7E-3E7A-46F4-B6A6-1CFD05149D43}" dt="2025-05-29T04:49:26.546" v="5029" actId="478"/>
          <ac:picMkLst>
            <pc:docMk/>
            <pc:sldMk cId="2220500537" sldId="281"/>
            <ac:picMk id="4108" creationId="{25128F4D-7590-7D57-9482-E9F23535F874}"/>
          </ac:picMkLst>
        </pc:picChg>
        <pc:picChg chg="add mod">
          <ac:chgData name="Thampi, Rohan" userId="684917c9-6abc-4a73-8a06-f5e465c0fcde" providerId="ADAL" clId="{F3DCDE7E-3E7A-46F4-B6A6-1CFD05149D43}" dt="2025-05-29T04:50:53.860" v="5106" actId="164"/>
          <ac:picMkLst>
            <pc:docMk/>
            <pc:sldMk cId="2220500537" sldId="281"/>
            <ac:picMk id="4110" creationId="{D325C895-4D02-B4C3-C541-463904A36D2F}"/>
          </ac:picMkLst>
        </pc:picChg>
        <pc:picChg chg="add">
          <ac:chgData name="Thampi, Rohan" userId="684917c9-6abc-4a73-8a06-f5e465c0fcde" providerId="ADAL" clId="{F3DCDE7E-3E7A-46F4-B6A6-1CFD05149D43}" dt="2025-05-29T04:49:37.166" v="5033"/>
          <ac:picMkLst>
            <pc:docMk/>
            <pc:sldMk cId="2220500537" sldId="281"/>
            <ac:picMk id="4112" creationId="{1CD01161-0D14-A419-9170-7EFA000DFCDF}"/>
          </ac:picMkLst>
        </pc:picChg>
        <pc:picChg chg="add mod">
          <ac:chgData name="Thampi, Rohan" userId="684917c9-6abc-4a73-8a06-f5e465c0fcde" providerId="ADAL" clId="{F3DCDE7E-3E7A-46F4-B6A6-1CFD05149D43}" dt="2025-05-29T04:51:54.589" v="5118" actId="14100"/>
          <ac:picMkLst>
            <pc:docMk/>
            <pc:sldMk cId="2220500537" sldId="281"/>
            <ac:picMk id="4114" creationId="{D748E700-1122-FCB1-AF2B-340FD22DBE5D}"/>
          </ac:picMkLst>
        </pc:picChg>
        <pc:cxnChg chg="add mod">
          <ac:chgData name="Thampi, Rohan" userId="684917c9-6abc-4a73-8a06-f5e465c0fcde" providerId="ADAL" clId="{F3DCDE7E-3E7A-46F4-B6A6-1CFD05149D43}" dt="2025-05-29T03:29:16.922" v="3773"/>
          <ac:cxnSpMkLst>
            <pc:docMk/>
            <pc:sldMk cId="2220500537" sldId="281"/>
            <ac:cxnSpMk id="3" creationId="{5D39E177-BF84-874F-D522-CFD07A013768}"/>
          </ac:cxnSpMkLst>
        </pc:cxnChg>
        <pc:cxnChg chg="del">
          <ac:chgData name="Thampi, Rohan" userId="684917c9-6abc-4a73-8a06-f5e465c0fcde" providerId="ADAL" clId="{F3DCDE7E-3E7A-46F4-B6A6-1CFD05149D43}" dt="2025-05-29T03:29:16.560" v="3772" actId="478"/>
          <ac:cxnSpMkLst>
            <pc:docMk/>
            <pc:sldMk cId="2220500537" sldId="281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18:55:26.804" v="6094" actId="20577"/>
        <pc:sldMkLst>
          <pc:docMk/>
          <pc:sldMk cId="884030069" sldId="282"/>
        </pc:sldMkLst>
        <pc:spChg chg="mod">
          <ac:chgData name="Thampi, Rohan" userId="684917c9-6abc-4a73-8a06-f5e465c0fcde" providerId="ADAL" clId="{F3DCDE7E-3E7A-46F4-B6A6-1CFD05149D43}" dt="2025-05-29T03:21:47.395" v="3606" actId="1076"/>
          <ac:spMkLst>
            <pc:docMk/>
            <pc:sldMk cId="884030069" sldId="282"/>
            <ac:spMk id="4" creationId="{4E5542D2-2ABA-C41C-7666-9132821C12BB}"/>
          </ac:spMkLst>
        </pc:spChg>
        <pc:spChg chg="mod">
          <ac:chgData name="Thampi, Rohan" userId="684917c9-6abc-4a73-8a06-f5e465c0fcde" providerId="ADAL" clId="{F3DCDE7E-3E7A-46F4-B6A6-1CFD05149D43}" dt="2025-05-29T03:12:53.799" v="3480" actId="1076"/>
          <ac:spMkLst>
            <pc:docMk/>
            <pc:sldMk cId="884030069" sldId="282"/>
            <ac:spMk id="5" creationId="{C32B0F83-5CE3-F325-BE4C-721C346BECA6}"/>
          </ac:spMkLst>
        </pc:spChg>
        <pc:spChg chg="del">
          <ac:chgData name="Thampi, Rohan" userId="684917c9-6abc-4a73-8a06-f5e465c0fcde" providerId="ADAL" clId="{F3DCDE7E-3E7A-46F4-B6A6-1CFD05149D43}" dt="2025-05-29T02:24:08.827" v="3320" actId="478"/>
          <ac:spMkLst>
            <pc:docMk/>
            <pc:sldMk cId="884030069" sldId="282"/>
            <ac:spMk id="6" creationId="{8FF2BE05-125F-A16A-7075-B7C3048135EB}"/>
          </ac:spMkLst>
        </pc:spChg>
        <pc:spChg chg="del">
          <ac:chgData name="Thampi, Rohan" userId="684917c9-6abc-4a73-8a06-f5e465c0fcde" providerId="ADAL" clId="{F3DCDE7E-3E7A-46F4-B6A6-1CFD05149D43}" dt="2025-05-29T02:24:08.827" v="3320" actId="478"/>
          <ac:spMkLst>
            <pc:docMk/>
            <pc:sldMk cId="884030069" sldId="282"/>
            <ac:spMk id="11" creationId="{0F396A2C-A7BC-EDAF-8287-470504C7D770}"/>
          </ac:spMkLst>
        </pc:spChg>
        <pc:spChg chg="mod">
          <ac:chgData name="Thampi, Rohan" userId="684917c9-6abc-4a73-8a06-f5e465c0fcde" providerId="ADAL" clId="{F3DCDE7E-3E7A-46F4-B6A6-1CFD05149D43}" dt="2025-05-29T18:55:26.804" v="6094" actId="20577"/>
          <ac:spMkLst>
            <pc:docMk/>
            <pc:sldMk cId="884030069" sldId="282"/>
            <ac:spMk id="15" creationId="{A289C7CA-A021-0A01-C0CF-E473CD260B94}"/>
          </ac:spMkLst>
        </pc:spChg>
        <pc:picChg chg="mod">
          <ac:chgData name="Thampi, Rohan" userId="684917c9-6abc-4a73-8a06-f5e465c0fcde" providerId="ADAL" clId="{F3DCDE7E-3E7A-46F4-B6A6-1CFD05149D43}" dt="2025-05-29T03:30:44.927" v="3798" actId="1076"/>
          <ac:picMkLst>
            <pc:docMk/>
            <pc:sldMk cId="884030069" sldId="282"/>
            <ac:picMk id="4098" creationId="{66F88D55-6734-004A-C447-1AB1B5CCD05A}"/>
          </ac:picMkLst>
        </pc:picChg>
        <pc:picChg chg="del">
          <ac:chgData name="Thampi, Rohan" userId="684917c9-6abc-4a73-8a06-f5e465c0fcde" providerId="ADAL" clId="{F3DCDE7E-3E7A-46F4-B6A6-1CFD05149D43}" dt="2025-05-29T02:24:08.827" v="3320" actId="478"/>
          <ac:picMkLst>
            <pc:docMk/>
            <pc:sldMk cId="884030069" sldId="282"/>
            <ac:picMk id="4100" creationId="{50753DB3-F952-65B6-97B5-5FA0D164B344}"/>
          </ac:picMkLst>
        </pc:picChg>
        <pc:cxnChg chg="add del mod">
          <ac:chgData name="Thampi, Rohan" userId="684917c9-6abc-4a73-8a06-f5e465c0fcde" providerId="ADAL" clId="{F3DCDE7E-3E7A-46F4-B6A6-1CFD05149D43}" dt="2025-05-29T03:28:24.788" v="3739" actId="478"/>
          <ac:cxnSpMkLst>
            <pc:docMk/>
            <pc:sldMk cId="884030069" sldId="282"/>
            <ac:cxnSpMk id="2" creationId="{96E0120A-C337-FB90-1FB6-70D64FB45B1F}"/>
          </ac:cxnSpMkLst>
        </pc:cxnChg>
        <pc:cxnChg chg="add mod">
          <ac:chgData name="Thampi, Rohan" userId="684917c9-6abc-4a73-8a06-f5e465c0fcde" providerId="ADAL" clId="{F3DCDE7E-3E7A-46F4-B6A6-1CFD05149D43}" dt="2025-05-29T03:28:25.126" v="3740"/>
          <ac:cxnSpMkLst>
            <pc:docMk/>
            <pc:sldMk cId="884030069" sldId="282"/>
            <ac:cxnSpMk id="3" creationId="{91CF2A94-1E3B-F46E-4EC4-71A7EC6A8620}"/>
          </ac:cxnSpMkLst>
        </pc:cxnChg>
        <pc:cxnChg chg="del mod">
          <ac:chgData name="Thampi, Rohan" userId="684917c9-6abc-4a73-8a06-f5e465c0fcde" providerId="ADAL" clId="{F3DCDE7E-3E7A-46F4-B6A6-1CFD05149D43}" dt="2025-05-29T03:22:09.277" v="3610" actId="478"/>
          <ac:cxnSpMkLst>
            <pc:docMk/>
            <pc:sldMk cId="884030069" sldId="282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41.444" v="4419" actId="20577"/>
        <pc:sldMkLst>
          <pc:docMk/>
          <pc:sldMk cId="68686879" sldId="283"/>
        </pc:sldMkLst>
        <pc:spChg chg="add mod">
          <ac:chgData name="Thampi, Rohan" userId="684917c9-6abc-4a73-8a06-f5e465c0fcde" providerId="ADAL" clId="{F3DCDE7E-3E7A-46F4-B6A6-1CFD05149D43}" dt="2025-05-29T03:20:42.463" v="3576"/>
          <ac:spMkLst>
            <pc:docMk/>
            <pc:sldMk cId="68686879" sldId="283"/>
            <ac:spMk id="2" creationId="{4B030C35-0941-C19A-D9B9-294EB6FC5E91}"/>
          </ac:spMkLst>
        </pc:spChg>
        <pc:spChg chg="add del">
          <ac:chgData name="Thampi, Rohan" userId="684917c9-6abc-4a73-8a06-f5e465c0fcde" providerId="ADAL" clId="{F3DCDE7E-3E7A-46F4-B6A6-1CFD05149D43}" dt="2025-05-29T03:13:26.821" v="3483" actId="22"/>
          <ac:spMkLst>
            <pc:docMk/>
            <pc:sldMk cId="68686879" sldId="283"/>
            <ac:spMk id="3" creationId="{4595BE7E-F16A-3C46-70C5-EFDE3F1242FF}"/>
          </ac:spMkLst>
        </pc:spChg>
        <pc:spChg chg="mod">
          <ac:chgData name="Thampi, Rohan" userId="684917c9-6abc-4a73-8a06-f5e465c0fcde" providerId="ADAL" clId="{F3DCDE7E-3E7A-46F4-B6A6-1CFD05149D43}" dt="2025-05-29T03:21:09.282" v="3602" actId="20577"/>
          <ac:spMkLst>
            <pc:docMk/>
            <pc:sldMk cId="68686879" sldId="283"/>
            <ac:spMk id="6" creationId="{8FF2BE05-125F-A16A-7075-B7C3048135EB}"/>
          </ac:spMkLst>
        </pc:spChg>
        <pc:spChg chg="add del">
          <ac:chgData name="Thampi, Rohan" userId="684917c9-6abc-4a73-8a06-f5e465c0fcde" providerId="ADAL" clId="{F3DCDE7E-3E7A-46F4-B6A6-1CFD05149D43}" dt="2025-05-29T03:13:31.514" v="3486" actId="22"/>
          <ac:spMkLst>
            <pc:docMk/>
            <pc:sldMk cId="68686879" sldId="283"/>
            <ac:spMk id="7" creationId="{3C977CF0-8B09-D81E-E294-3BC07B0CCA89}"/>
          </ac:spMkLst>
        </pc:spChg>
        <pc:spChg chg="del">
          <ac:chgData name="Thampi, Rohan" userId="684917c9-6abc-4a73-8a06-f5e465c0fcde" providerId="ADAL" clId="{F3DCDE7E-3E7A-46F4-B6A6-1CFD05149D43}" dt="2025-05-29T03:20:41.875" v="3575" actId="478"/>
          <ac:spMkLst>
            <pc:docMk/>
            <pc:sldMk cId="68686879" sldId="283"/>
            <ac:spMk id="11" creationId="{0F396A2C-A7BC-EDAF-8287-470504C7D770}"/>
          </ac:spMkLst>
        </pc:spChg>
        <pc:picChg chg="del">
          <ac:chgData name="Thampi, Rohan" userId="684917c9-6abc-4a73-8a06-f5e465c0fcde" providerId="ADAL" clId="{F3DCDE7E-3E7A-46F4-B6A6-1CFD05149D43}" dt="2025-05-29T03:13:28" v="3484" actId="478"/>
          <ac:picMkLst>
            <pc:docMk/>
            <pc:sldMk cId="68686879" sldId="283"/>
            <ac:picMk id="4102" creationId="{4437006A-6962-7CAA-27DA-E64A26A3D00B}"/>
          </ac:picMkLst>
        </pc:picChg>
        <pc:picChg chg="add del mod">
          <ac:chgData name="Thampi, Rohan" userId="684917c9-6abc-4a73-8a06-f5e465c0fcde" providerId="ADAL" clId="{F3DCDE7E-3E7A-46F4-B6A6-1CFD05149D43}" dt="2025-05-29T03:18:10.280" v="3549" actId="478"/>
          <ac:picMkLst>
            <pc:docMk/>
            <pc:sldMk cId="68686879" sldId="283"/>
            <ac:picMk id="5122" creationId="{4B1AAB61-A13B-5264-2B26-EBD04E3847F7}"/>
          </ac:picMkLst>
        </pc:picChg>
        <pc:picChg chg="add del mod">
          <ac:chgData name="Thampi, Rohan" userId="684917c9-6abc-4a73-8a06-f5e465c0fcde" providerId="ADAL" clId="{F3DCDE7E-3E7A-46F4-B6A6-1CFD05149D43}" dt="2025-05-29T03:17:53.057" v="3546" actId="478"/>
          <ac:picMkLst>
            <pc:docMk/>
            <pc:sldMk cId="68686879" sldId="283"/>
            <ac:picMk id="5124" creationId="{7F00558B-D127-E941-3B10-D312A3DF8283}"/>
          </ac:picMkLst>
        </pc:picChg>
        <pc:picChg chg="add del mod">
          <ac:chgData name="Thampi, Rohan" userId="684917c9-6abc-4a73-8a06-f5e465c0fcde" providerId="ADAL" clId="{F3DCDE7E-3E7A-46F4-B6A6-1CFD05149D43}" dt="2025-05-29T03:17:51.685" v="3545" actId="478"/>
          <ac:picMkLst>
            <pc:docMk/>
            <pc:sldMk cId="68686879" sldId="283"/>
            <ac:picMk id="5126" creationId="{AE44148F-33DF-FB77-7EF0-FFB35185FF3A}"/>
          </ac:picMkLst>
        </pc:picChg>
        <pc:picChg chg="add del mod">
          <ac:chgData name="Thampi, Rohan" userId="684917c9-6abc-4a73-8a06-f5e465c0fcde" providerId="ADAL" clId="{F3DCDE7E-3E7A-46F4-B6A6-1CFD05149D43}" dt="2025-05-29T03:17:49.864" v="3544" actId="478"/>
          <ac:picMkLst>
            <pc:docMk/>
            <pc:sldMk cId="68686879" sldId="283"/>
            <ac:picMk id="5128" creationId="{34D5A897-2191-B913-7B1E-6FF3C349E779}"/>
          </ac:picMkLst>
        </pc:picChg>
        <pc:picChg chg="add del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0" creationId="{54017D1A-A3AC-7890-4C10-FFBF1AC4BA70}"/>
          </ac:picMkLst>
        </pc:picChg>
        <pc:picChg chg="add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2" creationId="{9DDC097F-8CA2-A4BB-0434-E24C10D1F913}"/>
          </ac:picMkLst>
        </pc:picChg>
        <pc:picChg chg="add del mod">
          <ac:chgData name="Thampi, Rohan" userId="684917c9-6abc-4a73-8a06-f5e465c0fcde" providerId="ADAL" clId="{F3DCDE7E-3E7A-46F4-B6A6-1CFD05149D43}" dt="2025-05-29T03:14:36.527" v="3502" actId="478"/>
          <ac:picMkLst>
            <pc:docMk/>
            <pc:sldMk cId="68686879" sldId="283"/>
            <ac:picMk id="5134" creationId="{3DF52934-CCE8-BA99-7747-A3E6902B7FAD}"/>
          </ac:picMkLst>
        </pc:picChg>
        <pc:picChg chg="add mod">
          <ac:chgData name="Thampi, Rohan" userId="684917c9-6abc-4a73-8a06-f5e465c0fcde" providerId="ADAL" clId="{F3DCDE7E-3E7A-46F4-B6A6-1CFD05149D43}" dt="2025-05-29T03:19:10.110" v="3567" actId="1036"/>
          <ac:picMkLst>
            <pc:docMk/>
            <pc:sldMk cId="68686879" sldId="283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8:39.768" v="3744"/>
          <ac:cxnSpMkLst>
            <pc:docMk/>
            <pc:sldMk cId="68686879" sldId="283"/>
            <ac:cxnSpMk id="3" creationId="{E524BA56-B91D-13A4-3BF5-C9E6EB679234}"/>
          </ac:cxnSpMkLst>
        </pc:cxnChg>
        <pc:cxnChg chg="del">
          <ac:chgData name="Thampi, Rohan" userId="684917c9-6abc-4a73-8a06-f5e465c0fcde" providerId="ADAL" clId="{F3DCDE7E-3E7A-46F4-B6A6-1CFD05149D43}" dt="2025-05-29T03:28:39.355" v="3743" actId="478"/>
          <ac:cxnSpMkLst>
            <pc:docMk/>
            <pc:sldMk cId="68686879" sldId="283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9:14.322" v="4427" actId="20577"/>
        <pc:sldMkLst>
          <pc:docMk/>
          <pc:sldMk cId="210761658" sldId="284"/>
        </pc:sldMkLst>
        <pc:spChg chg="add mod">
          <ac:chgData name="Thampi, Rohan" userId="684917c9-6abc-4a73-8a06-f5e465c0fcde" providerId="ADAL" clId="{F3DCDE7E-3E7A-46F4-B6A6-1CFD05149D43}" dt="2025-05-29T03:21:17.976" v="3604"/>
          <ac:spMkLst>
            <pc:docMk/>
            <pc:sldMk cId="210761658" sldId="284"/>
            <ac:spMk id="2" creationId="{76782224-9DC5-6235-F221-9173B09410ED}"/>
          </ac:spMkLst>
        </pc:spChg>
        <pc:spChg chg="del">
          <ac:chgData name="Thampi, Rohan" userId="684917c9-6abc-4a73-8a06-f5e465c0fcde" providerId="ADAL" clId="{F3DCDE7E-3E7A-46F4-B6A6-1CFD05149D43}" dt="2025-05-29T03:21:17.588" v="3603" actId="478"/>
          <ac:spMkLst>
            <pc:docMk/>
            <pc:sldMk cId="210761658" sldId="284"/>
            <ac:spMk id="6" creationId="{8FF2BE05-125F-A16A-7075-B7C3048135EB}"/>
          </ac:spMkLst>
        </pc:spChg>
        <pc:spChg chg="mod">
          <ac:chgData name="Thampi, Rohan" userId="684917c9-6abc-4a73-8a06-f5e465c0fcde" providerId="ADAL" clId="{F3DCDE7E-3E7A-46F4-B6A6-1CFD05149D43}" dt="2025-05-29T03:20:21.885" v="3574" actId="14100"/>
          <ac:spMkLst>
            <pc:docMk/>
            <pc:sldMk cId="210761658" sldId="284"/>
            <ac:spMk id="11" creationId="{0F396A2C-A7BC-EDAF-8287-470504C7D770}"/>
          </ac:spMkLst>
        </pc:spChg>
        <pc:picChg chg="del">
          <ac:chgData name="Thampi, Rohan" userId="684917c9-6abc-4a73-8a06-f5e465c0fcde" providerId="ADAL" clId="{F3DCDE7E-3E7A-46F4-B6A6-1CFD05149D43}" dt="2025-05-29T03:15:32.761" v="3524" actId="478"/>
          <ac:picMkLst>
            <pc:docMk/>
            <pc:sldMk cId="210761658" sldId="284"/>
            <ac:picMk id="5122" creationId="{4B1AAB61-A13B-5264-2B26-EBD04E3847F7}"/>
          </ac:picMkLst>
        </pc:picChg>
        <pc:picChg chg="mod">
          <ac:chgData name="Thampi, Rohan" userId="684917c9-6abc-4a73-8a06-f5e465c0fcde" providerId="ADAL" clId="{F3DCDE7E-3E7A-46F4-B6A6-1CFD05149D43}" dt="2025-05-29T03:16:21.474" v="3534" actId="14100"/>
          <ac:picMkLst>
            <pc:docMk/>
            <pc:sldMk cId="210761658" sldId="284"/>
            <ac:picMk id="5124" creationId="{7F00558B-D127-E941-3B10-D312A3DF8283}"/>
          </ac:picMkLst>
        </pc:picChg>
        <pc:picChg chg="mod">
          <ac:chgData name="Thampi, Rohan" userId="684917c9-6abc-4a73-8a06-f5e465c0fcde" providerId="ADAL" clId="{F3DCDE7E-3E7A-46F4-B6A6-1CFD05149D43}" dt="2025-05-29T03:16:52.707" v="3542" actId="1037"/>
          <ac:picMkLst>
            <pc:docMk/>
            <pc:sldMk cId="210761658" sldId="284"/>
            <ac:picMk id="5126" creationId="{AE44148F-33DF-FB77-7EF0-FFB35185FF3A}"/>
          </ac:picMkLst>
        </pc:picChg>
        <pc:picChg chg="mod">
          <ac:chgData name="Thampi, Rohan" userId="684917c9-6abc-4a73-8a06-f5e465c0fcde" providerId="ADAL" clId="{F3DCDE7E-3E7A-46F4-B6A6-1CFD05149D43}" dt="2025-05-29T03:17:29.470" v="3543" actId="1076"/>
          <ac:picMkLst>
            <pc:docMk/>
            <pc:sldMk cId="210761658" sldId="284"/>
            <ac:picMk id="5128" creationId="{34D5A897-2191-B913-7B1E-6FF3C349E779}"/>
          </ac:picMkLst>
        </pc:picChg>
        <pc:picChg chg="del">
          <ac:chgData name="Thampi, Rohan" userId="684917c9-6abc-4a73-8a06-f5e465c0fcde" providerId="ADAL" clId="{F3DCDE7E-3E7A-46F4-B6A6-1CFD05149D43}" dt="2025-05-29T03:15:05.558" v="3512" actId="478"/>
          <ac:picMkLst>
            <pc:docMk/>
            <pc:sldMk cId="210761658" sldId="284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15:04.529" v="3511" actId="478"/>
          <ac:picMkLst>
            <pc:docMk/>
            <pc:sldMk cId="210761658" sldId="284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15:07.046" v="3513" actId="478"/>
          <ac:picMkLst>
            <pc:docMk/>
            <pc:sldMk cId="210761658" sldId="284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8:34.243" v="3742"/>
          <ac:cxnSpMkLst>
            <pc:docMk/>
            <pc:sldMk cId="210761658" sldId="284"/>
            <ac:cxnSpMk id="3" creationId="{4882E0BC-6097-F6D6-5CD8-FBF424DE8B03}"/>
          </ac:cxnSpMkLst>
        </pc:cxnChg>
        <pc:cxnChg chg="del">
          <ac:chgData name="Thampi, Rohan" userId="684917c9-6abc-4a73-8a06-f5e465c0fcde" providerId="ADAL" clId="{F3DCDE7E-3E7A-46F4-B6A6-1CFD05149D43}" dt="2025-05-29T03:28:33.814" v="3741" actId="478"/>
          <ac:cxnSpMkLst>
            <pc:docMk/>
            <pc:sldMk cId="210761658" sldId="284"/>
            <ac:cxnSpMk id="8" creationId="{BC9E2731-9D9A-E939-13BA-1AB9D26C90E9}"/>
          </ac:cxnSpMkLst>
        </pc:cxnChg>
      </pc:sldChg>
      <pc:sldChg chg="addSp delSp modSp add mod modNotesTx">
        <pc:chgData name="Thampi, Rohan" userId="684917c9-6abc-4a73-8a06-f5e465c0fcde" providerId="ADAL" clId="{F3DCDE7E-3E7A-46F4-B6A6-1CFD05149D43}" dt="2025-05-29T03:58:37.920" v="4418" actId="20577"/>
        <pc:sldMkLst>
          <pc:docMk/>
          <pc:sldMk cId="1446698052" sldId="285"/>
        </pc:sldMkLst>
        <pc:spChg chg="mod">
          <ac:chgData name="Thampi, Rohan" userId="684917c9-6abc-4a73-8a06-f5e465c0fcde" providerId="ADAL" clId="{F3DCDE7E-3E7A-46F4-B6A6-1CFD05149D43}" dt="2025-05-29T03:30:24.272" v="3795" actId="948"/>
          <ac:spMkLst>
            <pc:docMk/>
            <pc:sldMk cId="1446698052" sldId="285"/>
            <ac:spMk id="2" creationId="{4B030C35-0941-C19A-D9B9-294EB6FC5E91}"/>
          </ac:spMkLst>
        </pc:spChg>
        <pc:spChg chg="mod">
          <ac:chgData name="Thampi, Rohan" userId="684917c9-6abc-4a73-8a06-f5e465c0fcde" providerId="ADAL" clId="{F3DCDE7E-3E7A-46F4-B6A6-1CFD05149D43}" dt="2025-05-29T03:22:41.271" v="3640" actId="20577"/>
          <ac:spMkLst>
            <pc:docMk/>
            <pc:sldMk cId="1446698052" sldId="285"/>
            <ac:spMk id="6" creationId="{8FF2BE05-125F-A16A-7075-B7C3048135EB}"/>
          </ac:spMkLst>
        </pc:spChg>
        <pc:picChg chg="add mod">
          <ac:chgData name="Thampi, Rohan" userId="684917c9-6abc-4a73-8a06-f5e465c0fcde" providerId="ADAL" clId="{F3DCDE7E-3E7A-46F4-B6A6-1CFD05149D43}" dt="2025-05-29T03:23:39.964" v="3652" actId="1076"/>
          <ac:picMkLst>
            <pc:docMk/>
            <pc:sldMk cId="1446698052" sldId="285"/>
            <ac:picMk id="1026" creationId="{16AD0B27-E5BD-C7CA-723B-81010CB54E54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22:48.124" v="3642" actId="478"/>
          <ac:picMkLst>
            <pc:docMk/>
            <pc:sldMk cId="1446698052" sldId="285"/>
            <ac:picMk id="5136" creationId="{1BFA9327-4A3D-C8BD-A917-CA4C95543C89}"/>
          </ac:picMkLst>
        </pc:picChg>
        <pc:cxnChg chg="add mod">
          <ac:chgData name="Thampi, Rohan" userId="684917c9-6abc-4a73-8a06-f5e465c0fcde" providerId="ADAL" clId="{F3DCDE7E-3E7A-46F4-B6A6-1CFD05149D43}" dt="2025-05-29T03:22:45.290" v="3641"/>
          <ac:cxnSpMkLst>
            <pc:docMk/>
            <pc:sldMk cId="1446698052" sldId="285"/>
            <ac:cxnSpMk id="3" creationId="{56FD64BA-748B-8A32-50E9-F4756BD60D5F}"/>
          </ac:cxnSpMkLst>
        </pc:cxnChg>
        <pc:cxnChg chg="add mod">
          <ac:chgData name="Thampi, Rohan" userId="684917c9-6abc-4a73-8a06-f5e465c0fcde" providerId="ADAL" clId="{F3DCDE7E-3E7A-46F4-B6A6-1CFD05149D43}" dt="2025-05-29T03:22:51.532" v="3643"/>
          <ac:cxnSpMkLst>
            <pc:docMk/>
            <pc:sldMk cId="1446698052" sldId="285"/>
            <ac:cxnSpMk id="5" creationId="{C7406A64-ED12-4F8D-F024-9EF3D4407F8B}"/>
          </ac:cxnSpMkLst>
        </pc:cxnChg>
        <pc:cxnChg chg="add mod">
          <ac:chgData name="Thampi, Rohan" userId="684917c9-6abc-4a73-8a06-f5e465c0fcde" providerId="ADAL" clId="{F3DCDE7E-3E7A-46F4-B6A6-1CFD05149D43}" dt="2025-05-29T03:28:44.412" v="3746"/>
          <ac:cxnSpMkLst>
            <pc:docMk/>
            <pc:sldMk cId="1446698052" sldId="285"/>
            <ac:cxnSpMk id="7" creationId="{021D6D85-7710-A6D3-F8E5-897A10E1809D}"/>
          </ac:cxnSpMkLst>
        </pc:cxnChg>
        <pc:cxnChg chg="del">
          <ac:chgData name="Thampi, Rohan" userId="684917c9-6abc-4a73-8a06-f5e465c0fcde" providerId="ADAL" clId="{F3DCDE7E-3E7A-46F4-B6A6-1CFD05149D43}" dt="2025-05-29T03:28:43.725" v="3745" actId="478"/>
          <ac:cxnSpMkLst>
            <pc:docMk/>
            <pc:sldMk cId="1446698052" sldId="285"/>
            <ac:cxnSpMk id="8" creationId="{BC9E2731-9D9A-E939-13BA-1AB9D26C90E9}"/>
          </ac:cxnSpMkLst>
        </pc:cxnChg>
      </pc:sldChg>
      <pc:sldChg chg="addSp delSp modSp add mod ord modNotesTx">
        <pc:chgData name="Thampi, Rohan" userId="684917c9-6abc-4a73-8a06-f5e465c0fcde" providerId="ADAL" clId="{F3DCDE7E-3E7A-46F4-B6A6-1CFD05149D43}" dt="2025-05-29T03:58:46.662" v="4420" actId="20577"/>
        <pc:sldMkLst>
          <pc:docMk/>
          <pc:sldMk cId="3508582892" sldId="286"/>
        </pc:sldMkLst>
        <pc:spChg chg="del mod">
          <ac:chgData name="Thampi, Rohan" userId="684917c9-6abc-4a73-8a06-f5e465c0fcde" providerId="ADAL" clId="{F3DCDE7E-3E7A-46F4-B6A6-1CFD05149D43}" dt="2025-05-29T03:26:48.158" v="3718" actId="478"/>
          <ac:spMkLst>
            <pc:docMk/>
            <pc:sldMk cId="3508582892" sldId="286"/>
            <ac:spMk id="2" creationId="{4B030C35-0941-C19A-D9B9-294EB6FC5E91}"/>
          </ac:spMkLst>
        </pc:spChg>
        <pc:spChg chg="mod">
          <ac:chgData name="Thampi, Rohan" userId="684917c9-6abc-4a73-8a06-f5e465c0fcde" providerId="ADAL" clId="{F3DCDE7E-3E7A-46F4-B6A6-1CFD05149D43}" dt="2025-05-29T03:26:22.585" v="3715" actId="1076"/>
          <ac:spMkLst>
            <pc:docMk/>
            <pc:sldMk cId="3508582892" sldId="286"/>
            <ac:spMk id="6" creationId="{8FF2BE05-125F-A16A-7075-B7C3048135EB}"/>
          </ac:spMkLst>
        </pc:spChg>
        <pc:spChg chg="add mod">
          <ac:chgData name="Thampi, Rohan" userId="684917c9-6abc-4a73-8a06-f5e465c0fcde" providerId="ADAL" clId="{F3DCDE7E-3E7A-46F4-B6A6-1CFD05149D43}" dt="2025-05-29T03:33:21.469" v="3845" actId="20577"/>
          <ac:spMkLst>
            <pc:docMk/>
            <pc:sldMk cId="3508582892" sldId="286"/>
            <ac:spMk id="9" creationId="{87FBB2FE-1735-E47C-83A1-17A3B0047BE8}"/>
          </ac:spMkLst>
        </pc:spChg>
        <pc:picChg chg="add">
          <ac:chgData name="Thampi, Rohan" userId="684917c9-6abc-4a73-8a06-f5e465c0fcde" providerId="ADAL" clId="{F3DCDE7E-3E7A-46F4-B6A6-1CFD05149D43}" dt="2025-05-29T03:25:18.688" v="3658"/>
          <ac:picMkLst>
            <pc:docMk/>
            <pc:sldMk cId="3508582892" sldId="286"/>
            <ac:picMk id="2050" creationId="{EE98B05D-435B-8939-EBAB-9EF3861BB7F2}"/>
          </ac:picMkLst>
        </pc:picChg>
        <pc:picChg chg="add mod">
          <ac:chgData name="Thampi, Rohan" userId="684917c9-6abc-4a73-8a06-f5e465c0fcde" providerId="ADAL" clId="{F3DCDE7E-3E7A-46F4-B6A6-1CFD05149D43}" dt="2025-05-29T03:32:19.050" v="3799" actId="1076"/>
          <ac:picMkLst>
            <pc:docMk/>
            <pc:sldMk cId="3508582892" sldId="286"/>
            <ac:picMk id="2052" creationId="{C568F443-65CC-8374-BC39-D9E3B5B5534F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0" creationId="{54017D1A-A3AC-7890-4C10-FFBF1AC4BA70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2" creationId="{9DDC097F-8CA2-A4BB-0434-E24C10D1F913}"/>
          </ac:picMkLst>
        </pc:picChg>
        <pc:picChg chg="del">
          <ac:chgData name="Thampi, Rohan" userId="684917c9-6abc-4a73-8a06-f5e465c0fcde" providerId="ADAL" clId="{F3DCDE7E-3E7A-46F4-B6A6-1CFD05149D43}" dt="2025-05-29T03:25:22.819" v="3659" actId="478"/>
          <ac:picMkLst>
            <pc:docMk/>
            <pc:sldMk cId="3508582892" sldId="286"/>
            <ac:picMk id="5136" creationId="{1BFA9327-4A3D-C8BD-A917-CA4C95543C89}"/>
          </ac:picMkLst>
        </pc:picChg>
        <pc:cxnChg chg="mod">
          <ac:chgData name="Thampi, Rohan" userId="684917c9-6abc-4a73-8a06-f5e465c0fcde" providerId="ADAL" clId="{F3DCDE7E-3E7A-46F4-B6A6-1CFD05149D43}" dt="2025-05-29T03:27:49.297" v="3730" actId="14100"/>
          <ac:cxnSpMkLst>
            <pc:docMk/>
            <pc:sldMk cId="3508582892" sldId="286"/>
            <ac:cxnSpMk id="8" creationId="{BC9E2731-9D9A-E939-13BA-1AB9D26C90E9}"/>
          </ac:cxnSpMkLst>
        </pc:cxnChg>
      </pc:sldChg>
      <pc:sldChg chg="addSp modSp add mod modAnim modNotesTx">
        <pc:chgData name="Thampi, Rohan" userId="684917c9-6abc-4a73-8a06-f5e465c0fcde" providerId="ADAL" clId="{F3DCDE7E-3E7A-46F4-B6A6-1CFD05149D43}" dt="2025-05-29T05:10:30.365" v="5622" actId="404"/>
        <pc:sldMkLst>
          <pc:docMk/>
          <pc:sldMk cId="1546865958" sldId="287"/>
        </pc:sldMkLst>
        <pc:spChg chg="mod">
          <ac:chgData name="Thampi, Rohan" userId="684917c9-6abc-4a73-8a06-f5e465c0fcde" providerId="ADAL" clId="{F3DCDE7E-3E7A-46F4-B6A6-1CFD05149D43}" dt="2025-05-29T05:10:30.365" v="5622" actId="404"/>
          <ac:spMkLst>
            <pc:docMk/>
            <pc:sldMk cId="1546865958" sldId="287"/>
            <ac:spMk id="2" creationId="{0D5FAD65-389D-1B26-6D7F-799D1651BB99}"/>
          </ac:spMkLst>
        </pc:spChg>
        <pc:spChg chg="add mod">
          <ac:chgData name="Thampi, Rohan" userId="684917c9-6abc-4a73-8a06-f5e465c0fcde" providerId="ADAL" clId="{F3DCDE7E-3E7A-46F4-B6A6-1CFD05149D43}" dt="2025-05-29T04:22:49.525" v="4811" actId="1076"/>
          <ac:spMkLst>
            <pc:docMk/>
            <pc:sldMk cId="1546865958" sldId="287"/>
            <ac:spMk id="8" creationId="{BB0BE4C5-6927-65B9-6640-FB59D4D6026C}"/>
          </ac:spMkLst>
        </pc:spChg>
        <pc:spChg chg="add mod">
          <ac:chgData name="Thampi, Rohan" userId="684917c9-6abc-4a73-8a06-f5e465c0fcde" providerId="ADAL" clId="{F3DCDE7E-3E7A-46F4-B6A6-1CFD05149D43}" dt="2025-05-29T04:22:58.112" v="4813" actId="1076"/>
          <ac:spMkLst>
            <pc:docMk/>
            <pc:sldMk cId="1546865958" sldId="287"/>
            <ac:spMk id="9" creationId="{AA40AE3E-9A35-1F09-432B-D5ECF0C7D684}"/>
          </ac:spMkLst>
        </pc:spChg>
        <pc:picChg chg="add mod">
          <ac:chgData name="Thampi, Rohan" userId="684917c9-6abc-4a73-8a06-f5e465c0fcde" providerId="ADAL" clId="{F3DCDE7E-3E7A-46F4-B6A6-1CFD05149D43}" dt="2025-05-29T04:22:09.091" v="4801" actId="1076"/>
          <ac:picMkLst>
            <pc:docMk/>
            <pc:sldMk cId="1546865958" sldId="287"/>
            <ac:picMk id="6" creationId="{C4794651-0C97-6D10-89A9-AEB251B4345F}"/>
          </ac:picMkLst>
        </pc:picChg>
        <pc:picChg chg="add mod">
          <ac:chgData name="Thampi, Rohan" userId="684917c9-6abc-4a73-8a06-f5e465c0fcde" providerId="ADAL" clId="{F3DCDE7E-3E7A-46F4-B6A6-1CFD05149D43}" dt="2025-05-29T04:22:38.591" v="4810" actId="1076"/>
          <ac:picMkLst>
            <pc:docMk/>
            <pc:sldMk cId="1546865958" sldId="287"/>
            <ac:picMk id="11" creationId="{C34AD951-24C3-1099-465D-361550DF8E1D}"/>
          </ac:picMkLst>
        </pc:picChg>
        <pc:picChg chg="add mod">
          <ac:chgData name="Thampi, Rohan" userId="684917c9-6abc-4a73-8a06-f5e465c0fcde" providerId="ADAL" clId="{F3DCDE7E-3E7A-46F4-B6A6-1CFD05149D43}" dt="2025-05-29T05:05:22.029" v="5525" actId="1076"/>
          <ac:picMkLst>
            <pc:docMk/>
            <pc:sldMk cId="1546865958" sldId="287"/>
            <ac:picMk id="12" creationId="{5BC73EF4-45FD-03A3-C995-2D5FB47C2CE2}"/>
          </ac:picMkLst>
        </pc:picChg>
        <pc:picChg chg="add mod">
          <ac:chgData name="Thampi, Rohan" userId="684917c9-6abc-4a73-8a06-f5e465c0fcde" providerId="ADAL" clId="{F3DCDE7E-3E7A-46F4-B6A6-1CFD05149D43}" dt="2025-05-29T04:22:54.304" v="4812" actId="1076"/>
          <ac:picMkLst>
            <pc:docMk/>
            <pc:sldMk cId="1546865958" sldId="287"/>
            <ac:picMk id="3074" creationId="{0BA4336B-2C78-0BA2-B710-B257D1AC269D}"/>
          </ac:picMkLst>
        </pc:picChg>
      </pc:sldChg>
      <pc:sldChg chg="addSp delSp modSp add mod">
        <pc:chgData name="Thampi, Rohan" userId="684917c9-6abc-4a73-8a06-f5e465c0fcde" providerId="ADAL" clId="{F3DCDE7E-3E7A-46F4-B6A6-1CFD05149D43}" dt="2025-05-29T05:05:05.029" v="5522" actId="1076"/>
        <pc:sldMkLst>
          <pc:docMk/>
          <pc:sldMk cId="3375634776" sldId="288"/>
        </pc:sldMkLst>
        <pc:spChg chg="mod">
          <ac:chgData name="Thampi, Rohan" userId="684917c9-6abc-4a73-8a06-f5e465c0fcde" providerId="ADAL" clId="{F3DCDE7E-3E7A-46F4-B6A6-1CFD05149D43}" dt="2025-05-29T04:16:10.710" v="4729" actId="1076"/>
          <ac:spMkLst>
            <pc:docMk/>
            <pc:sldMk cId="3375634776" sldId="288"/>
            <ac:spMk id="2" creationId="{0D5FAD65-389D-1B26-6D7F-799D1651BB99}"/>
          </ac:spMkLst>
        </pc:spChg>
        <pc:spChg chg="mod">
          <ac:chgData name="Thampi, Rohan" userId="684917c9-6abc-4a73-8a06-f5e465c0fcde" providerId="ADAL" clId="{F3DCDE7E-3E7A-46F4-B6A6-1CFD05149D43}" dt="2025-05-29T04:14:52.144" v="4672" actId="20577"/>
          <ac:spMkLst>
            <pc:docMk/>
            <pc:sldMk cId="3375634776" sldId="288"/>
            <ac:spMk id="4" creationId="{4E5542D2-2ABA-C41C-7666-9132821C12BB}"/>
          </ac:spMkLst>
        </pc:spChg>
        <pc:spChg chg="del">
          <ac:chgData name="Thampi, Rohan" userId="684917c9-6abc-4a73-8a06-f5e465c0fcde" providerId="ADAL" clId="{F3DCDE7E-3E7A-46F4-B6A6-1CFD05149D43}" dt="2025-05-29T04:15:25.461" v="4716" actId="478"/>
          <ac:spMkLst>
            <pc:docMk/>
            <pc:sldMk cId="3375634776" sldId="288"/>
            <ac:spMk id="8" creationId="{BB0BE4C5-6927-65B9-6640-FB59D4D6026C}"/>
          </ac:spMkLst>
        </pc:spChg>
        <pc:spChg chg="del">
          <ac:chgData name="Thampi, Rohan" userId="684917c9-6abc-4a73-8a06-f5e465c0fcde" providerId="ADAL" clId="{F3DCDE7E-3E7A-46F4-B6A6-1CFD05149D43}" dt="2025-05-29T04:15:23.314" v="4715" actId="478"/>
          <ac:spMkLst>
            <pc:docMk/>
            <pc:sldMk cId="3375634776" sldId="288"/>
            <ac:spMk id="9" creationId="{AA40AE3E-9A35-1F09-432B-D5ECF0C7D684}"/>
          </ac:spMkLst>
        </pc:spChg>
        <pc:spChg chg="del mod topLvl">
          <ac:chgData name="Thampi, Rohan" userId="684917c9-6abc-4a73-8a06-f5e465c0fcde" providerId="ADAL" clId="{F3DCDE7E-3E7A-46F4-B6A6-1CFD05149D43}" dt="2025-05-29T05:04:45.344" v="5519" actId="478"/>
          <ac:spMkLst>
            <pc:docMk/>
            <pc:sldMk cId="3375634776" sldId="288"/>
            <ac:spMk id="13" creationId="{62E66C61-05E6-D0FB-D46E-EBE5E06FD269}"/>
          </ac:spMkLst>
        </pc:spChg>
        <pc:grpChg chg="add del mod">
          <ac:chgData name="Thampi, Rohan" userId="684917c9-6abc-4a73-8a06-f5e465c0fcde" providerId="ADAL" clId="{F3DCDE7E-3E7A-46F4-B6A6-1CFD05149D43}" dt="2025-05-29T05:04:42.177" v="5518" actId="478"/>
          <ac:grpSpMkLst>
            <pc:docMk/>
            <pc:sldMk cId="3375634776" sldId="288"/>
            <ac:grpSpMk id="5" creationId="{12B3192F-DC3E-903D-7F30-9072D84A1A4B}"/>
          </ac:grpSpMkLst>
        </pc:grpChg>
        <pc:grpChg chg="del mod">
          <ac:chgData name="Thampi, Rohan" userId="684917c9-6abc-4a73-8a06-f5e465c0fcde" providerId="ADAL" clId="{F3DCDE7E-3E7A-46F4-B6A6-1CFD05149D43}" dt="2025-05-29T05:04:45.344" v="5519" actId="478"/>
          <ac:grpSpMkLst>
            <pc:docMk/>
            <pc:sldMk cId="3375634776" sldId="288"/>
            <ac:grpSpMk id="7" creationId="{426B3AD1-4FFD-DE79-34D2-C6DCC59DE253}"/>
          </ac:grpSpMkLst>
        </pc:grpChg>
        <pc:picChg chg="del">
          <ac:chgData name="Thampi, Rohan" userId="684917c9-6abc-4a73-8a06-f5e465c0fcde" providerId="ADAL" clId="{F3DCDE7E-3E7A-46F4-B6A6-1CFD05149D43}" dt="2025-05-29T04:15:25.461" v="4716" actId="478"/>
          <ac:picMkLst>
            <pc:docMk/>
            <pc:sldMk cId="3375634776" sldId="288"/>
            <ac:picMk id="6" creationId="{C4794651-0C97-6D10-89A9-AEB251B4345F}"/>
          </ac:picMkLst>
        </pc:picChg>
        <pc:picChg chg="del mod">
          <ac:chgData name="Thampi, Rohan" userId="684917c9-6abc-4a73-8a06-f5e465c0fcde" providerId="ADAL" clId="{F3DCDE7E-3E7A-46F4-B6A6-1CFD05149D43}" dt="2025-05-29T05:04:42.177" v="5518" actId="478"/>
          <ac:picMkLst>
            <pc:docMk/>
            <pc:sldMk cId="3375634776" sldId="288"/>
            <ac:picMk id="10" creationId="{35AB3036-0274-C634-8448-1BDA6A8A6A70}"/>
          </ac:picMkLst>
        </pc:picChg>
        <pc:picChg chg="del">
          <ac:chgData name="Thampi, Rohan" userId="684917c9-6abc-4a73-8a06-f5e465c0fcde" providerId="ADAL" clId="{F3DCDE7E-3E7A-46F4-B6A6-1CFD05149D43}" dt="2025-05-29T04:15:23.314" v="4715" actId="478"/>
          <ac:picMkLst>
            <pc:docMk/>
            <pc:sldMk cId="3375634776" sldId="288"/>
            <ac:picMk id="11" creationId="{C34AD951-24C3-1099-465D-361550DF8E1D}"/>
          </ac:picMkLst>
        </pc:picChg>
        <pc:picChg chg="mod topLvl">
          <ac:chgData name="Thampi, Rohan" userId="684917c9-6abc-4a73-8a06-f5e465c0fcde" providerId="ADAL" clId="{F3DCDE7E-3E7A-46F4-B6A6-1CFD05149D43}" dt="2025-05-29T05:05:05.029" v="5522" actId="1076"/>
          <ac:picMkLst>
            <pc:docMk/>
            <pc:sldMk cId="3375634776" sldId="288"/>
            <ac:picMk id="12" creationId="{7115A0BD-BB6C-B7DE-AC37-8661995CEDF0}"/>
          </ac:picMkLst>
        </pc:picChg>
        <pc:picChg chg="del">
          <ac:chgData name="Thampi, Rohan" userId="684917c9-6abc-4a73-8a06-f5e465c0fcde" providerId="ADAL" clId="{F3DCDE7E-3E7A-46F4-B6A6-1CFD05149D43}" dt="2025-05-29T04:15:23.314" v="4715" actId="478"/>
          <ac:picMkLst>
            <pc:docMk/>
            <pc:sldMk cId="3375634776" sldId="288"/>
            <ac:picMk id="3074" creationId="{0BA4336B-2C78-0BA2-B710-B257D1AC269D}"/>
          </ac:picMkLst>
        </pc:picChg>
        <pc:picChg chg="add mod">
          <ac:chgData name="Thampi, Rohan" userId="684917c9-6abc-4a73-8a06-f5e465c0fcde" providerId="ADAL" clId="{F3DCDE7E-3E7A-46F4-B6A6-1CFD05149D43}" dt="2025-05-29T04:15:47.430" v="4724" actId="1076"/>
          <ac:picMkLst>
            <pc:docMk/>
            <pc:sldMk cId="3375634776" sldId="288"/>
            <ac:picMk id="15362" creationId="{792CCE0F-C647-D223-44EE-F5A9C7F2CA25}"/>
          </ac:picMkLst>
        </pc:picChg>
      </pc:sldChg>
      <pc:sldChg chg="addSp delSp modSp add mod modAnim">
        <pc:chgData name="Thampi, Rohan" userId="684917c9-6abc-4a73-8a06-f5e465c0fcde" providerId="ADAL" clId="{F3DCDE7E-3E7A-46F4-B6A6-1CFD05149D43}" dt="2025-05-29T05:06:47.119" v="5550" actId="1076"/>
        <pc:sldMkLst>
          <pc:docMk/>
          <pc:sldMk cId="4078706140" sldId="289"/>
        </pc:sldMkLst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6" creationId="{82C96BEC-96FD-BAC2-87C7-E6D9FE05F036}"/>
          </ac:spMkLst>
        </pc:spChg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10" creationId="{E5B71B61-5326-7F12-4D18-B6EB08F4EDFA}"/>
          </ac:spMkLst>
        </pc:spChg>
        <pc:spChg chg="del">
          <ac:chgData name="Thampi, Rohan" userId="684917c9-6abc-4a73-8a06-f5e465c0fcde" providerId="ADAL" clId="{F3DCDE7E-3E7A-46F4-B6A6-1CFD05149D43}" dt="2025-05-29T04:37:01.656" v="4929" actId="478"/>
          <ac:spMkLst>
            <pc:docMk/>
            <pc:sldMk cId="4078706140" sldId="289"/>
            <ac:spMk id="11" creationId="{E0D0E822-7CF8-3921-9CD2-8210191C0DAB}"/>
          </ac:spMkLst>
        </pc:spChg>
        <pc:spChg chg="mod">
          <ac:chgData name="Thampi, Rohan" userId="684917c9-6abc-4a73-8a06-f5e465c0fcde" providerId="ADAL" clId="{F3DCDE7E-3E7A-46F4-B6A6-1CFD05149D43}" dt="2025-05-29T05:06:44.747" v="5548"/>
          <ac:spMkLst>
            <pc:docMk/>
            <pc:sldMk cId="4078706140" sldId="289"/>
            <ac:spMk id="14" creationId="{66253E18-5D3F-EB0B-FAEB-E8A4FBEFD2D3}"/>
          </ac:spMkLst>
        </pc:spChg>
        <pc:grpChg chg="add mod">
          <ac:chgData name="Thampi, Rohan" userId="684917c9-6abc-4a73-8a06-f5e465c0fcde" providerId="ADAL" clId="{F3DCDE7E-3E7A-46F4-B6A6-1CFD05149D43}" dt="2025-05-29T05:06:44.747" v="5548"/>
          <ac:grpSpMkLst>
            <pc:docMk/>
            <pc:sldMk cId="4078706140" sldId="289"/>
            <ac:grpSpMk id="7" creationId="{1365DB4B-FF51-89C1-F78B-3121746722DA}"/>
          </ac:grpSpMkLst>
        </pc:grpChg>
        <pc:grpChg chg="mod">
          <ac:chgData name="Thampi, Rohan" userId="684917c9-6abc-4a73-8a06-f5e465c0fcde" providerId="ADAL" clId="{F3DCDE7E-3E7A-46F4-B6A6-1CFD05149D43}" dt="2025-05-29T05:06:44.747" v="5548"/>
          <ac:grpSpMkLst>
            <pc:docMk/>
            <pc:sldMk cId="4078706140" sldId="289"/>
            <ac:grpSpMk id="8" creationId="{52C3F220-23FC-5B27-046C-C7E45BC389C4}"/>
          </ac:grpSpMkLst>
        </pc:grpChg>
        <pc:picChg chg="add mod">
          <ac:chgData name="Thampi, Rohan" userId="684917c9-6abc-4a73-8a06-f5e465c0fcde" providerId="ADAL" clId="{F3DCDE7E-3E7A-46F4-B6A6-1CFD05149D43}" dt="2025-05-29T05:06:47.119" v="5550" actId="1076"/>
          <ac:picMkLst>
            <pc:docMk/>
            <pc:sldMk cId="4078706140" sldId="289"/>
            <ac:picMk id="5" creationId="{2156B9A9-3B99-D5A4-50CF-2CBAB781DD80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9" creationId="{21C59C4B-91C9-9CE3-3190-94E7200C9E17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2" creationId="{92B406BB-C8B2-C632-6EDC-BFBDC4C11497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13" creationId="{A0445C1F-6B7F-F497-0912-2F4EE17A45E6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5" creationId="{8A6EB640-F51C-0A6F-BB52-534C3152F471}"/>
          </ac:picMkLst>
        </pc:picChg>
        <pc:picChg chg="mod">
          <ac:chgData name="Thampi, Rohan" userId="684917c9-6abc-4a73-8a06-f5e465c0fcde" providerId="ADAL" clId="{F3DCDE7E-3E7A-46F4-B6A6-1CFD05149D43}" dt="2025-05-29T05:06:44.747" v="5548"/>
          <ac:picMkLst>
            <pc:docMk/>
            <pc:sldMk cId="4078706140" sldId="289"/>
            <ac:picMk id="16" creationId="{5F8C1E1F-D533-924F-D970-13797574B577}"/>
          </ac:picMkLst>
        </pc:picChg>
        <pc:picChg chg="del">
          <ac:chgData name="Thampi, Rohan" userId="684917c9-6abc-4a73-8a06-f5e465c0fcde" providerId="ADAL" clId="{F3DCDE7E-3E7A-46F4-B6A6-1CFD05149D43}" dt="2025-05-29T04:37:01.656" v="4929" actId="478"/>
          <ac:picMkLst>
            <pc:docMk/>
            <pc:sldMk cId="4078706140" sldId="289"/>
            <ac:picMk id="6146" creationId="{2917B197-91FF-F0F8-B846-FEF321C52EB7}"/>
          </ac:picMkLst>
        </pc:picChg>
      </pc:sldChg>
      <pc:sldChg chg="addSp delSp modSp add mod delAnim modAnim">
        <pc:chgData name="Thampi, Rohan" userId="684917c9-6abc-4a73-8a06-f5e465c0fcde" providerId="ADAL" clId="{F3DCDE7E-3E7A-46F4-B6A6-1CFD05149D43}" dt="2025-05-29T05:21:56.008" v="5730"/>
        <pc:sldMkLst>
          <pc:docMk/>
          <pc:sldMk cId="2915428213" sldId="290"/>
        </pc:sldMkLst>
        <pc:spChg chg="mod">
          <ac:chgData name="Thampi, Rohan" userId="684917c9-6abc-4a73-8a06-f5e465c0fcde" providerId="ADAL" clId="{F3DCDE7E-3E7A-46F4-B6A6-1CFD05149D43}" dt="2025-05-29T04:39:10.307" v="4972" actId="1076"/>
          <ac:spMkLst>
            <pc:docMk/>
            <pc:sldMk cId="2915428213" sldId="290"/>
            <ac:spMk id="6" creationId="{82C96BEC-96FD-BAC2-87C7-E6D9FE05F036}"/>
          </ac:spMkLst>
        </pc:spChg>
        <pc:spChg chg="mod">
          <ac:chgData name="Thampi, Rohan" userId="684917c9-6abc-4a73-8a06-f5e465c0fcde" providerId="ADAL" clId="{F3DCDE7E-3E7A-46F4-B6A6-1CFD05149D43}" dt="2025-05-29T05:06:31.595" v="5547" actId="1076"/>
          <ac:spMkLst>
            <pc:docMk/>
            <pc:sldMk cId="2915428213" sldId="290"/>
            <ac:spMk id="16" creationId="{727A84C5-3AD2-33C2-4C11-098DC36F0EE6}"/>
          </ac:spMkLst>
        </pc:spChg>
        <pc:spChg chg="del mod">
          <ac:chgData name="Thampi, Rohan" userId="684917c9-6abc-4a73-8a06-f5e465c0fcde" providerId="ADAL" clId="{F3DCDE7E-3E7A-46F4-B6A6-1CFD05149D43}" dt="2025-05-29T05:06:24.134" v="5545" actId="478"/>
          <ac:spMkLst>
            <pc:docMk/>
            <pc:sldMk cId="2915428213" sldId="290"/>
            <ac:spMk id="20" creationId="{E7CE9B60-5978-0177-10DB-1C2183F03B54}"/>
          </ac:spMkLst>
        </pc:spChg>
        <pc:grpChg chg="add mod">
          <ac:chgData name="Thampi, Rohan" userId="684917c9-6abc-4a73-8a06-f5e465c0fcde" providerId="ADAL" clId="{F3DCDE7E-3E7A-46F4-B6A6-1CFD05149D43}" dt="2025-05-29T05:06:31.595" v="5547" actId="1076"/>
          <ac:grpSpMkLst>
            <pc:docMk/>
            <pc:sldMk cId="2915428213" sldId="290"/>
            <ac:grpSpMk id="12" creationId="{51320961-19F6-560E-9D88-73B9D7B534AF}"/>
          </ac:grpSpMkLst>
        </pc:grpChg>
        <pc:grpChg chg="mod">
          <ac:chgData name="Thampi, Rohan" userId="684917c9-6abc-4a73-8a06-f5e465c0fcde" providerId="ADAL" clId="{F3DCDE7E-3E7A-46F4-B6A6-1CFD05149D43}" dt="2025-05-29T05:06:31.595" v="5547" actId="1076"/>
          <ac:grpSpMkLst>
            <pc:docMk/>
            <pc:sldMk cId="2915428213" sldId="290"/>
            <ac:grpSpMk id="14" creationId="{C24AE9A1-2E5D-543D-C69A-42606C038AA8}"/>
          </ac:grpSpMkLst>
        </pc:grpChg>
        <pc:grpChg chg="del mod">
          <ac:chgData name="Thampi, Rohan" userId="684917c9-6abc-4a73-8a06-f5e465c0fcde" providerId="ADAL" clId="{F3DCDE7E-3E7A-46F4-B6A6-1CFD05149D43}" dt="2025-05-29T05:06:24.134" v="5545" actId="478"/>
          <ac:grpSpMkLst>
            <pc:docMk/>
            <pc:sldMk cId="2915428213" sldId="290"/>
            <ac:grpSpMk id="17" creationId="{DA215A73-72C6-8DEA-CFEB-65E26C431E63}"/>
          </ac:grpSpMkLst>
        </pc:grpChg>
        <pc:picChg chg="add mod">
          <ac:chgData name="Thampi, Rohan" userId="684917c9-6abc-4a73-8a06-f5e465c0fcde" providerId="ADAL" clId="{F3DCDE7E-3E7A-46F4-B6A6-1CFD05149D43}" dt="2025-05-29T04:38:33.194" v="4963" actId="1076"/>
          <ac:picMkLst>
            <pc:docMk/>
            <pc:sldMk cId="2915428213" sldId="290"/>
            <ac:picMk id="5" creationId="{DFC348B5-4892-55FD-8ED4-BAE25891ED7A}"/>
          </ac:picMkLst>
        </pc:picChg>
        <pc:picChg chg="add del">
          <ac:chgData name="Thampi, Rohan" userId="684917c9-6abc-4a73-8a06-f5e465c0fcde" providerId="ADAL" clId="{F3DCDE7E-3E7A-46F4-B6A6-1CFD05149D43}" dt="2025-05-29T04:38:43.532" v="4966" actId="22"/>
          <ac:picMkLst>
            <pc:docMk/>
            <pc:sldMk cId="2915428213" sldId="290"/>
            <ac:picMk id="8" creationId="{AE71F1EB-EB1D-7902-1EC9-361F3C39EA78}"/>
          </ac:picMkLst>
        </pc:picChg>
        <pc:picChg chg="del mod">
          <ac:chgData name="Thampi, Rohan" userId="684917c9-6abc-4a73-8a06-f5e465c0fcde" providerId="ADAL" clId="{F3DCDE7E-3E7A-46F4-B6A6-1CFD05149D43}" dt="2025-05-29T04:38:14.929" v="4956" actId="478"/>
          <ac:picMkLst>
            <pc:docMk/>
            <pc:sldMk cId="2915428213" sldId="290"/>
            <ac:picMk id="9" creationId="{21C59C4B-91C9-9CE3-3190-94E7200C9E17}"/>
          </ac:picMkLst>
        </pc:picChg>
        <pc:picChg chg="del">
          <ac:chgData name="Thampi, Rohan" userId="684917c9-6abc-4a73-8a06-f5e465c0fcde" providerId="ADAL" clId="{F3DCDE7E-3E7A-46F4-B6A6-1CFD05149D43}" dt="2025-05-29T04:38:21.554" v="4958" actId="478"/>
          <ac:picMkLst>
            <pc:docMk/>
            <pc:sldMk cId="2915428213" sldId="290"/>
            <ac:picMk id="13" creationId="{A0445C1F-6B7F-F497-0912-2F4EE17A45E6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5" creationId="{FAA298D6-5A1F-D4A8-B214-3C37A5D4C8A2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8" creationId="{811E374E-4D38-FFEF-B0C9-4B6CDA7F5546}"/>
          </ac:picMkLst>
        </pc:picChg>
        <pc:picChg chg="mod">
          <ac:chgData name="Thampi, Rohan" userId="684917c9-6abc-4a73-8a06-f5e465c0fcde" providerId="ADAL" clId="{F3DCDE7E-3E7A-46F4-B6A6-1CFD05149D43}" dt="2025-05-29T05:06:31.595" v="5547" actId="1076"/>
          <ac:picMkLst>
            <pc:docMk/>
            <pc:sldMk cId="2915428213" sldId="290"/>
            <ac:picMk id="19" creationId="{A89A64FA-4A85-018D-ADB5-C07A78A64FF8}"/>
          </ac:picMkLst>
        </pc:picChg>
        <pc:picChg chg="del">
          <ac:chgData name="Thampi, Rohan" userId="684917c9-6abc-4a73-8a06-f5e465c0fcde" providerId="ADAL" clId="{F3DCDE7E-3E7A-46F4-B6A6-1CFD05149D43}" dt="2025-05-29T04:38:42.032" v="4964" actId="478"/>
          <ac:picMkLst>
            <pc:docMk/>
            <pc:sldMk cId="2915428213" sldId="290"/>
            <ac:picMk id="6146" creationId="{2917B197-91FF-F0F8-B846-FEF321C52EB7}"/>
          </ac:picMkLst>
        </pc:picChg>
        <pc:picChg chg="add mod">
          <ac:chgData name="Thampi, Rohan" userId="684917c9-6abc-4a73-8a06-f5e465c0fcde" providerId="ADAL" clId="{F3DCDE7E-3E7A-46F4-B6A6-1CFD05149D43}" dt="2025-05-29T04:39:00.600" v="4970" actId="1076"/>
          <ac:picMkLst>
            <pc:docMk/>
            <pc:sldMk cId="2915428213" sldId="290"/>
            <ac:picMk id="16386" creationId="{2A4B73C4-51EF-D8D4-B600-A1AD27D4E012}"/>
          </ac:picMkLst>
        </pc:picChg>
      </pc:sldChg>
      <pc:sldChg chg="add del">
        <pc:chgData name="Thampi, Rohan" userId="684917c9-6abc-4a73-8a06-f5e465c0fcde" providerId="ADAL" clId="{F3DCDE7E-3E7A-46F4-B6A6-1CFD05149D43}" dt="2025-05-29T04:36:54.941" v="4927" actId="2890"/>
        <pc:sldMkLst>
          <pc:docMk/>
          <pc:sldMk cId="3843196736" sldId="290"/>
        </pc:sldMkLst>
      </pc:sldChg>
      <pc:sldChg chg="addSp delSp modSp add mod">
        <pc:chgData name="Thampi, Rohan" userId="684917c9-6abc-4a73-8a06-f5e465c0fcde" providerId="ADAL" clId="{F3DCDE7E-3E7A-46F4-B6A6-1CFD05149D43}" dt="2025-05-29T05:21:37.350" v="5728" actId="1037"/>
        <pc:sldMkLst>
          <pc:docMk/>
          <pc:sldMk cId="530389846" sldId="291"/>
        </pc:sldMkLst>
        <pc:spChg chg="del">
          <ac:chgData name="Thampi, Rohan" userId="684917c9-6abc-4a73-8a06-f5e465c0fcde" providerId="ADAL" clId="{F3DCDE7E-3E7A-46F4-B6A6-1CFD05149D43}" dt="2025-05-29T04:52:03.145" v="5120" actId="478"/>
          <ac:spMkLst>
            <pc:docMk/>
            <pc:sldMk cId="530389846" sldId="291"/>
            <ac:spMk id="2" creationId="{0D5FAD65-389D-1B26-6D7F-799D1651BB99}"/>
          </ac:spMkLst>
        </pc:spChg>
        <pc:spChg chg="add mod">
          <ac:chgData name="Thampi, Rohan" userId="684917c9-6abc-4a73-8a06-f5e465c0fcde" providerId="ADAL" clId="{F3DCDE7E-3E7A-46F4-B6A6-1CFD05149D43}" dt="2025-05-29T05:14:39.854" v="5659" actId="1076"/>
          <ac:spMkLst>
            <pc:docMk/>
            <pc:sldMk cId="530389846" sldId="291"/>
            <ac:spMk id="5" creationId="{5C9E4F99-95D2-1C3C-EDA7-08F1E86C21E0}"/>
          </ac:spMkLst>
        </pc:spChg>
        <pc:spChg chg="mod">
          <ac:chgData name="Thampi, Rohan" userId="684917c9-6abc-4a73-8a06-f5e465c0fcde" providerId="ADAL" clId="{F3DCDE7E-3E7A-46F4-B6A6-1CFD05149D43}" dt="2025-05-29T05:14:26.119" v="5646" actId="1076"/>
          <ac:spMkLst>
            <pc:docMk/>
            <pc:sldMk cId="530389846" sldId="291"/>
            <ac:spMk id="6" creationId="{B5444526-9D42-9845-EAF9-5C57BF3F9FB0}"/>
          </ac:spMkLst>
        </pc:spChg>
        <pc:spChg chg="mod">
          <ac:chgData name="Thampi, Rohan" userId="684917c9-6abc-4a73-8a06-f5e465c0fcde" providerId="ADAL" clId="{F3DCDE7E-3E7A-46F4-B6A6-1CFD05149D43}" dt="2025-05-29T05:14:36.246" v="5658" actId="1036"/>
          <ac:spMkLst>
            <pc:docMk/>
            <pc:sldMk cId="530389846" sldId="291"/>
            <ac:spMk id="7" creationId="{5D893781-73C5-6285-1D00-1D0B3327E6A9}"/>
          </ac:spMkLst>
        </pc:spChg>
        <pc:spChg chg="mod">
          <ac:chgData name="Thampi, Rohan" userId="684917c9-6abc-4a73-8a06-f5e465c0fcde" providerId="ADAL" clId="{F3DCDE7E-3E7A-46F4-B6A6-1CFD05149D43}" dt="2025-05-29T05:21:37.350" v="5728" actId="1037"/>
          <ac:spMkLst>
            <pc:docMk/>
            <pc:sldMk cId="530389846" sldId="291"/>
            <ac:spMk id="9" creationId="{0E2C71C6-1E4A-39B3-E6B7-ED18DDD096A6}"/>
          </ac:spMkLst>
        </pc:spChg>
        <pc:spChg chg="mod">
          <ac:chgData name="Thampi, Rohan" userId="684917c9-6abc-4a73-8a06-f5e465c0fcde" providerId="ADAL" clId="{F3DCDE7E-3E7A-46F4-B6A6-1CFD05149D43}" dt="2025-05-29T05:03:56.083" v="5511" actId="1076"/>
          <ac:spMkLst>
            <pc:docMk/>
            <pc:sldMk cId="530389846" sldId="291"/>
            <ac:spMk id="10" creationId="{1FC5E42B-B8B4-72BD-22AF-2EA6F156F7AA}"/>
          </ac:spMkLst>
        </pc:spChg>
        <pc:spChg chg="mod">
          <ac:chgData name="Thampi, Rohan" userId="684917c9-6abc-4a73-8a06-f5e465c0fcde" providerId="ADAL" clId="{F3DCDE7E-3E7A-46F4-B6A6-1CFD05149D43}" dt="2025-05-29T05:14:39.854" v="5659" actId="1076"/>
          <ac:spMkLst>
            <pc:docMk/>
            <pc:sldMk cId="530389846" sldId="291"/>
            <ac:spMk id="17" creationId="{CE3EFF62-AC39-C9F9-3BFA-5C041E5954DD}"/>
          </ac:spMkLst>
        </pc:spChg>
        <pc:spChg chg="add mod">
          <ac:chgData name="Thampi, Rohan" userId="684917c9-6abc-4a73-8a06-f5e465c0fcde" providerId="ADAL" clId="{F3DCDE7E-3E7A-46F4-B6A6-1CFD05149D43}" dt="2025-05-29T05:15:14.271" v="5666" actId="113"/>
          <ac:spMkLst>
            <pc:docMk/>
            <pc:sldMk cId="530389846" sldId="291"/>
            <ac:spMk id="21" creationId="{7DEBFE66-B64D-3188-2577-AC07C4909995}"/>
          </ac:spMkLst>
        </pc:spChg>
        <pc:grpChg chg="add 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8" creationId="{0C771169-50AD-CCED-AC4C-CB150FD33C46}"/>
          </ac:grpSpMkLst>
        </pc:grpChg>
        <pc:grpChg chg="mod">
          <ac:chgData name="Thampi, Rohan" userId="684917c9-6abc-4a73-8a06-f5e465c0fcde" providerId="ADAL" clId="{F3DCDE7E-3E7A-46F4-B6A6-1CFD05149D43}" dt="2025-05-29T05:21:37.350" v="5728" actId="1037"/>
          <ac:grpSpMkLst>
            <pc:docMk/>
            <pc:sldMk cId="530389846" sldId="291"/>
            <ac:grpSpMk id="11" creationId="{6E608A5F-5CE6-6C20-D457-F11B4C9522B0}"/>
          </ac:grpSpMkLst>
        </pc:grpChg>
        <pc:grpChg chg="mod">
          <ac:chgData name="Thampi, Rohan" userId="684917c9-6abc-4a73-8a06-f5e465c0fcde" providerId="ADAL" clId="{F3DCDE7E-3E7A-46F4-B6A6-1CFD05149D43}" dt="2025-05-29T05:14:26.119" v="5646" actId="1076"/>
          <ac:grpSpMkLst>
            <pc:docMk/>
            <pc:sldMk cId="530389846" sldId="291"/>
            <ac:grpSpMk id="12" creationId="{DA375782-1BD0-CC49-8E0E-75892BF638A8}"/>
          </ac:grpSpMkLst>
        </pc:grpChg>
        <pc:grpChg chg="mod">
          <ac:chgData name="Thampi, Rohan" userId="684917c9-6abc-4a73-8a06-f5e465c0fcde" providerId="ADAL" clId="{F3DCDE7E-3E7A-46F4-B6A6-1CFD05149D43}" dt="2025-05-29T05:14:36.246" v="5658" actId="1036"/>
          <ac:grpSpMkLst>
            <pc:docMk/>
            <pc:sldMk cId="530389846" sldId="291"/>
            <ac:grpSpMk id="13" creationId="{3492CE94-F054-8526-015F-A7B1D718AE78}"/>
          </ac:grpSpMkLst>
        </pc:grpChg>
        <pc:grpChg chg="mod">
          <ac:chgData name="Thampi, Rohan" userId="684917c9-6abc-4a73-8a06-f5e465c0fcde" providerId="ADAL" clId="{F3DCDE7E-3E7A-46F4-B6A6-1CFD05149D43}" dt="2025-05-29T05:03:56.083" v="5511" actId="1076"/>
          <ac:grpSpMkLst>
            <pc:docMk/>
            <pc:sldMk cId="530389846" sldId="291"/>
            <ac:grpSpMk id="14" creationId="{BF6F8D9A-0546-4A0B-5A82-CD5B2C830071}"/>
          </ac:grpSpMkLst>
        </pc:grpChg>
        <pc:grpChg chg="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15" creationId="{55F407BF-B4A5-6AA3-7A2D-17B7CC5D7E1D}"/>
          </ac:grpSpMkLst>
        </pc:grpChg>
        <pc:grpChg chg="mod">
          <ac:chgData name="Thampi, Rohan" userId="684917c9-6abc-4a73-8a06-f5e465c0fcde" providerId="ADAL" clId="{F3DCDE7E-3E7A-46F4-B6A6-1CFD05149D43}" dt="2025-05-29T05:14:39.854" v="5659" actId="1076"/>
          <ac:grpSpMkLst>
            <pc:docMk/>
            <pc:sldMk cId="530389846" sldId="291"/>
            <ac:grpSpMk id="19" creationId="{74FA2601-E378-E099-D692-0FB532F66AA9}"/>
          </ac:grpSpMkLst>
        </pc:grpChg>
        <pc:grpChg chg="add mod">
          <ac:chgData name="Thampi, Rohan" userId="684917c9-6abc-4a73-8a06-f5e465c0fcde" providerId="ADAL" clId="{F3DCDE7E-3E7A-46F4-B6A6-1CFD05149D43}" dt="2025-05-29T05:14:26.119" v="5646" actId="1076"/>
          <ac:grpSpMkLst>
            <pc:docMk/>
            <pc:sldMk cId="530389846" sldId="291"/>
            <ac:grpSpMk id="20" creationId="{F5756F58-CAC2-3990-5891-4F1339299DAC}"/>
          </ac:grpSpMkLst>
        </pc:grp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16" creationId="{2C0B6CE2-79C6-7DDE-6EB9-A71A0DC5E221}"/>
          </ac:picMkLst>
        </pc:pic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18" creationId="{C091AC48-3997-D593-ECB7-456CA08C9AD9}"/>
          </ac:picMkLst>
        </pc:picChg>
        <pc:picChg chg="mod">
          <ac:chgData name="Thampi, Rohan" userId="684917c9-6abc-4a73-8a06-f5e465c0fcde" providerId="ADAL" clId="{F3DCDE7E-3E7A-46F4-B6A6-1CFD05149D43}" dt="2025-05-29T05:03:56.083" v="5511" actId="1076"/>
          <ac:picMkLst>
            <pc:docMk/>
            <pc:sldMk cId="530389846" sldId="291"/>
            <ac:picMk id="4098" creationId="{DD639D87-BD06-68CC-324F-05AD0816D2BE}"/>
          </ac:picMkLst>
        </pc:picChg>
        <pc:picChg chg="mod">
          <ac:chgData name="Thampi, Rohan" userId="684917c9-6abc-4a73-8a06-f5e465c0fcde" providerId="ADAL" clId="{F3DCDE7E-3E7A-46F4-B6A6-1CFD05149D43}" dt="2025-05-29T05:14:26.119" v="5646" actId="1076"/>
          <ac:picMkLst>
            <pc:docMk/>
            <pc:sldMk cId="530389846" sldId="291"/>
            <ac:picMk id="4100" creationId="{B21BDF28-11DF-3F4B-84A6-817C52D3C1AC}"/>
          </ac:picMkLst>
        </pc:picChg>
        <pc:picChg chg="mod">
          <ac:chgData name="Thampi, Rohan" userId="684917c9-6abc-4a73-8a06-f5e465c0fcde" providerId="ADAL" clId="{F3DCDE7E-3E7A-46F4-B6A6-1CFD05149D43}" dt="2025-05-29T05:21:37.350" v="5728" actId="1037"/>
          <ac:picMkLst>
            <pc:docMk/>
            <pc:sldMk cId="530389846" sldId="291"/>
            <ac:picMk id="4106" creationId="{B7634203-D9DF-4333-149D-B3F37585553E}"/>
          </ac:picMkLst>
        </pc:picChg>
        <pc:picChg chg="mod">
          <ac:chgData name="Thampi, Rohan" userId="684917c9-6abc-4a73-8a06-f5e465c0fcde" providerId="ADAL" clId="{F3DCDE7E-3E7A-46F4-B6A6-1CFD05149D43}" dt="2025-05-29T05:14:36.246" v="5658" actId="1036"/>
          <ac:picMkLst>
            <pc:docMk/>
            <pc:sldMk cId="530389846" sldId="291"/>
            <ac:picMk id="4110" creationId="{D325C895-4D02-B4C3-C541-463904A36D2F}"/>
          </ac:picMkLst>
        </pc:picChg>
        <pc:picChg chg="mod">
          <ac:chgData name="Thampi, Rohan" userId="684917c9-6abc-4a73-8a06-f5e465c0fcde" providerId="ADAL" clId="{F3DCDE7E-3E7A-46F4-B6A6-1CFD05149D43}" dt="2025-05-29T05:14:39.854" v="5659" actId="1076"/>
          <ac:picMkLst>
            <pc:docMk/>
            <pc:sldMk cId="530389846" sldId="291"/>
            <ac:picMk id="4114" creationId="{D748E700-1122-FCB1-AF2B-340FD22DBE5D}"/>
          </ac:picMkLst>
        </pc:picChg>
        <pc:picChg chg="add mod">
          <ac:chgData name="Thampi, Rohan" userId="684917c9-6abc-4a73-8a06-f5e465c0fcde" providerId="ADAL" clId="{F3DCDE7E-3E7A-46F4-B6A6-1CFD05149D43}" dt="2025-05-29T05:14:26.119" v="5646" actId="1076"/>
          <ac:picMkLst>
            <pc:docMk/>
            <pc:sldMk cId="530389846" sldId="291"/>
            <ac:picMk id="17410" creationId="{65226D5B-1419-B7AC-2DA8-8897176A8DF8}"/>
          </ac:picMkLst>
        </pc:picChg>
        <pc:picChg chg="add mod">
          <ac:chgData name="Thampi, Rohan" userId="684917c9-6abc-4a73-8a06-f5e465c0fcde" providerId="ADAL" clId="{F3DCDE7E-3E7A-46F4-B6A6-1CFD05149D43}" dt="2025-05-29T05:03:58.259" v="5512" actId="1076"/>
          <ac:picMkLst>
            <pc:docMk/>
            <pc:sldMk cId="530389846" sldId="291"/>
            <ac:picMk id="17412" creationId="{FED47D56-73F3-FAB6-2F88-3CFAAFAAC54F}"/>
          </ac:picMkLst>
        </pc:picChg>
      </pc:sldChg>
      <pc:sldChg chg="delSp modSp add mod">
        <pc:chgData name="Thampi, Rohan" userId="684917c9-6abc-4a73-8a06-f5e465c0fcde" providerId="ADAL" clId="{F3DCDE7E-3E7A-46F4-B6A6-1CFD05149D43}" dt="2025-05-29T12:57:42.083" v="6085" actId="20577"/>
        <pc:sldMkLst>
          <pc:docMk/>
          <pc:sldMk cId="2565493616" sldId="292"/>
        </pc:sldMkLst>
        <pc:spChg chg="mod">
          <ac:chgData name="Thampi, Rohan" userId="684917c9-6abc-4a73-8a06-f5e465c0fcde" providerId="ADAL" clId="{F3DCDE7E-3E7A-46F4-B6A6-1CFD05149D43}" dt="2025-05-29T05:22:18.213" v="5764" actId="20577"/>
          <ac:spMkLst>
            <pc:docMk/>
            <pc:sldMk cId="2565493616" sldId="292"/>
            <ac:spMk id="4" creationId="{4E5542D2-2ABA-C41C-7666-9132821C12BB}"/>
          </ac:spMkLst>
        </pc:spChg>
        <pc:spChg chg="mod">
          <ac:chgData name="Thampi, Rohan" userId="684917c9-6abc-4a73-8a06-f5e465c0fcde" providerId="ADAL" clId="{F3DCDE7E-3E7A-46F4-B6A6-1CFD05149D43}" dt="2025-05-29T12:57:42.083" v="6085" actId="20577"/>
          <ac:spMkLst>
            <pc:docMk/>
            <pc:sldMk cId="2565493616" sldId="292"/>
            <ac:spMk id="21" creationId="{7DEBFE66-B64D-3188-2577-AC07C4909995}"/>
          </ac:spMkLst>
        </pc:s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8" creationId="{0C771169-50AD-CCED-AC4C-CB150FD33C46}"/>
          </ac:grpSpMkLst>
        </pc:gr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11" creationId="{6E608A5F-5CE6-6C20-D457-F11B4C9522B0}"/>
          </ac:grpSpMkLst>
        </pc:grpChg>
        <pc:grpChg chg="del">
          <ac:chgData name="Thampi, Rohan" userId="684917c9-6abc-4a73-8a06-f5e465c0fcde" providerId="ADAL" clId="{F3DCDE7E-3E7A-46F4-B6A6-1CFD05149D43}" dt="2025-05-29T05:23:51.260" v="5892" actId="478"/>
          <ac:grpSpMkLst>
            <pc:docMk/>
            <pc:sldMk cId="2565493616" sldId="292"/>
            <ac:grpSpMk id="13" creationId="{3492CE94-F054-8526-015F-A7B1D718AE78}"/>
          </ac:grpSpMkLst>
        </pc:grpChg>
        <pc:grpChg chg="del">
          <ac:chgData name="Thampi, Rohan" userId="684917c9-6abc-4a73-8a06-f5e465c0fcde" providerId="ADAL" clId="{F3DCDE7E-3E7A-46F4-B6A6-1CFD05149D43}" dt="2025-05-29T05:23:44.602" v="5890" actId="478"/>
          <ac:grpSpMkLst>
            <pc:docMk/>
            <pc:sldMk cId="2565493616" sldId="292"/>
            <ac:grpSpMk id="14" creationId="{BF6F8D9A-0546-4A0B-5A82-CD5B2C830071}"/>
          </ac:grpSpMkLst>
        </pc:grpChg>
        <pc:grpChg chg="del">
          <ac:chgData name="Thampi, Rohan" userId="684917c9-6abc-4a73-8a06-f5e465c0fcde" providerId="ADAL" clId="{F3DCDE7E-3E7A-46F4-B6A6-1CFD05149D43}" dt="2025-05-29T05:23:51.260" v="5892" actId="478"/>
          <ac:grpSpMkLst>
            <pc:docMk/>
            <pc:sldMk cId="2565493616" sldId="292"/>
            <ac:grpSpMk id="20" creationId="{F5756F58-CAC2-3990-5891-4F1339299DAC}"/>
          </ac:grpSpMkLst>
        </pc:grpChg>
        <pc:picChg chg="del">
          <ac:chgData name="Thampi, Rohan" userId="684917c9-6abc-4a73-8a06-f5e465c0fcde" providerId="ADAL" clId="{F3DCDE7E-3E7A-46F4-B6A6-1CFD05149D43}" dt="2025-05-29T05:23:46.201" v="5891" actId="478"/>
          <ac:picMkLst>
            <pc:docMk/>
            <pc:sldMk cId="2565493616" sldId="292"/>
            <ac:picMk id="17412" creationId="{FED47D56-73F3-FAB6-2F88-3CFAAFAAC5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61844-6A09-4E32-9B36-DD71518F9A0A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91A32-42CA-428D-9239-38ED2D08DF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267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256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35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654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68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908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27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860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107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885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057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135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474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C: float, default=1.0 Inverse of regularization strength - </a:t>
            </a:r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A high value of C tells the model to give high weight to the training data, and a lower weight to the complexity penalty. A low value tells the model to give more weight to this complexity penalty at the expense of fitting to the training data.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371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C: float, default=1.0 Inverse of regularization strength - </a:t>
            </a:r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A high value of C tells the model to give high weight to the training data, and a lower weight to the complexity penalty. A low value tells the model to give more weight to this complexity penalty at the expense of fitting to the training data.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935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512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562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630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5457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8549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1A32-42CA-428D-9239-38ED2D08DF08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36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D631-289E-EE67-218A-7456BA238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70E34-7342-4287-DC25-C4AFACA1E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98122-C958-9E93-AC84-61631BA5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F5505-60D3-2B06-F189-4B0EBB32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E48B6-001D-4EBB-8CF7-2C8CC049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1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64A8-3428-7A85-0C3B-63EDA87A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03D39-2A41-84A8-A630-60A836374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08A9E-33D1-FE2F-FC30-DFC67290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58863-7E5B-6609-1316-4E9502A0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93D2F-51A1-224A-E0DD-89012271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53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815D-4BDA-8F34-EC79-762B78B5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5BB24-AE03-1F7F-50F7-EC54A1005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E9726-CFE7-F65C-B429-9F965AA7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523C3-F44F-BCDE-EAB8-2B4BC2B6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B0560-3626-335B-FE67-7462C26E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3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7880-DBFB-7CF0-E813-B1C2BCC9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479F0-599D-0078-5C5D-BA6897767A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AA5B3-6374-D497-3A2A-835D2F0E9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3AF21-5C2D-F9EA-33B8-2FD99E9D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E2DE9-D18C-49FC-A30B-13C7F05A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1943F-988F-3EE7-E93F-D785A578C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30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A58C-5468-1249-9EBB-4C9AB3CAF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1FDF2-C4AC-1911-9029-E53D3A1DD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1259E-34B8-8664-6751-8E827F29E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C0BD2-EA8A-61C0-5EEC-6063D2BB0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49286-1846-B3A2-EDB3-07793870D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5B8ED1-6C35-2210-182F-09ACB8C2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DBD72-374E-928B-6BFD-77EC8D8C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6C763-5AE9-81F3-050F-D37C330B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71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F3F7-0C39-B97F-DB62-65D4423B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58122-2EBF-1420-EBA1-025AE293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E5C44-D837-2E86-20AC-0971D45E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50F6F-3F2B-D3A0-E03E-E203D8A0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70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32A31-8304-713F-89BC-15952974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2791C-F312-33C8-6D20-3E1CB388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8530F-A362-BB20-F966-67A6BF21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8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E2D4-854C-2039-8809-A3FEAFAB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E5B4A-4F74-31C3-367B-EA7368FE7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93B78-8546-34B5-A4D0-6F90168F2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9A795-375E-DBF5-8F85-C0DA6DA2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75A53-8902-0C56-E213-5B6E86AB9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705E-0CAC-FE20-DCAE-CF821232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12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9754-568E-B937-674A-447C8F51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C0108-56CD-1597-D317-FF5DD190F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89174-8E82-9F93-5426-8A18B1C37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42C3D-8315-3618-0495-E37BD2E7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5D0E2-B840-5733-180C-EE48F7D6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16397-07C6-13AB-6A0C-BC1FC793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3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318B-868D-6488-34DE-EC9AFA08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76C52-E272-D2E4-6AA7-9C04723F1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A73D-7ABC-2738-FD9E-E160D9EB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2E4DF-D48C-781B-61EA-6DDB678C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75E82-571F-40CA-F322-9F13235B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543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995B4-166F-6B0A-D17C-272CE98C9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66DFD-5BBB-B9B6-C24E-E8DBD5EF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57FB8-2D7A-FA21-479A-538DB7F07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80BB0-BCC4-8A9D-B1D2-56C85417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09905-D10D-642D-0311-2A9F4FE1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285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F10A0-2812-4D63-275F-CE640099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B6338-BAAD-E66A-D7F3-A2F4F018B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29F44-FD0A-777F-7E94-18D337D4B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67ED4-99E1-4C2B-A322-5312090C4BA1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4526D-4427-92C1-7E97-501FF7DE2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91F7D-B59C-8C8A-AB6D-085B3B463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D6B38-13BB-4450-818C-7C9ADD5F12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datasnaek/youtube-new/dat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5.png"/><Relationship Id="rId4" Type="http://schemas.openxmlformats.org/officeDocument/2006/relationships/image" Target="../media/image29.png"/><Relationship Id="rId9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729FA-2012-1523-A1E4-9F067934B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769" y="2647507"/>
            <a:ext cx="10911469" cy="2230448"/>
          </a:xfrm>
          <a:gradFill flip="none" rotWithShape="1">
            <a:gsLst>
              <a:gs pos="0">
                <a:srgbClr val="B40202">
                  <a:alpha val="50000"/>
                </a:srgbClr>
              </a:gs>
              <a:gs pos="62000">
                <a:srgbClr val="9AA5B7">
                  <a:alpha val="75000"/>
                </a:srgbClr>
              </a:gs>
              <a:gs pos="78000">
                <a:srgbClr val="98A4B7">
                  <a:alpha val="50000"/>
                </a:srgbClr>
              </a:gs>
              <a:gs pos="100000">
                <a:srgbClr val="B7BECF">
                  <a:alpha val="75000"/>
                </a:srgbClr>
              </a:gs>
            </a:gsLst>
            <a:lin ang="0" scaled="1"/>
            <a:tileRect/>
          </a:gradFill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effectLst>
                  <a:glow rad="25400">
                    <a:schemeClr val="bg1">
                      <a:alpha val="50000"/>
                    </a:schemeClr>
                  </a:glow>
                </a:effectLst>
                <a:latin typeface="Segoe UI Variable Text Semibold" pitchFamily="2" charset="0"/>
              </a:rPr>
              <a:t>Predicting Videos That Stay Trending</a:t>
            </a:r>
            <a:br>
              <a:rPr lang="en-US" dirty="0">
                <a:effectLst>
                  <a:glow rad="25400">
                    <a:schemeClr val="bg1">
                      <a:alpha val="50000"/>
                    </a:schemeClr>
                  </a:glow>
                </a:effectLst>
                <a:latin typeface="Segoe UI Variable Text Semibold" pitchFamily="2" charset="0"/>
              </a:rPr>
            </a:br>
            <a:r>
              <a:rPr lang="en-US" sz="2400" dirty="0">
                <a:effectLst>
                  <a:glow>
                    <a:schemeClr val="bg1">
                      <a:alpha val="50000"/>
                    </a:schemeClr>
                  </a:glow>
                </a:effectLst>
                <a:latin typeface="Segoe UI Variable Text Semibold" pitchFamily="2" charset="0"/>
              </a:rPr>
              <a:t>A Closer Look At YouTube’s Frequently Trending Content</a:t>
            </a:r>
            <a:endParaRPr lang="en-IN" sz="2400" dirty="0">
              <a:effectLst>
                <a:glow>
                  <a:schemeClr val="bg1">
                    <a:alpha val="50000"/>
                  </a:schemeClr>
                </a:glow>
              </a:effectLst>
              <a:latin typeface="Segoe UI Variable Text Semibold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0A13E3-62C0-3739-1395-E9E5165CFD71}"/>
              </a:ext>
            </a:extLst>
          </p:cNvPr>
          <p:cNvSpPr txBox="1">
            <a:spLocks/>
          </p:cNvSpPr>
          <p:nvPr/>
        </p:nvSpPr>
        <p:spPr>
          <a:xfrm>
            <a:off x="858770" y="4877954"/>
            <a:ext cx="10911469" cy="1257036"/>
          </a:xfrm>
          <a:prstGeom prst="rect">
            <a:avLst/>
          </a:prstGeom>
          <a:gradFill flip="none" rotWithShape="1">
            <a:gsLst>
              <a:gs pos="0">
                <a:srgbClr val="B40202">
                  <a:alpha val="50000"/>
                </a:srgbClr>
              </a:gs>
              <a:gs pos="62000">
                <a:srgbClr val="9AA5B7">
                  <a:alpha val="75000"/>
                </a:srgbClr>
              </a:gs>
              <a:gs pos="78000">
                <a:srgbClr val="98A4B7">
                  <a:alpha val="50000"/>
                </a:srgbClr>
              </a:gs>
              <a:gs pos="100000">
                <a:srgbClr val="B7BECF">
                  <a:alpha val="75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endParaRPr lang="en-US" sz="2400" dirty="0">
              <a:latin typeface="Segoe UI Variable Text Semibold" pitchFamily="2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Segoe UI Variable Text Semibold" pitchFamily="2" charset="0"/>
              </a:rPr>
              <a:t>By Rohan Thampi</a:t>
            </a:r>
            <a:endParaRPr lang="en-IN" sz="2400" dirty="0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79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Background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579367" y="1186270"/>
            <a:ext cx="106060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Variable Small" pitchFamily="2" charset="0"/>
              </a:rPr>
              <a:t>YouTube updates its trending list every 15 minutes.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Variable Small" pitchFamily="2" charset="0"/>
              </a:rPr>
              <a:t>Trending may be dependent on many factors - number of views, age of video,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egoe UI Variable Small" pitchFamily="2" charset="0"/>
              </a:rPr>
              <a:t>Better understanding of key contributing factors could bolster the success of a video (i.e. make it frequently trend).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</p:txBody>
      </p:sp>
      <p:pic>
        <p:nvPicPr>
          <p:cNvPr id="1026" name="Picture 2" descr="YouTube SEO - How to Rank Your Video Higher on Search">
            <a:extLst>
              <a:ext uri="{FF2B5EF4-FFF2-40B4-BE49-F238E27FC236}">
                <a16:creationId xmlns:a16="http://schemas.microsoft.com/office/drawing/2014/main" id="{22ED3451-6AAD-1707-35FA-C1985953D1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2" r="10724"/>
          <a:stretch/>
        </p:blipFill>
        <p:spPr bwMode="auto">
          <a:xfrm>
            <a:off x="7176977" y="4058120"/>
            <a:ext cx="4775898" cy="247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592556-5E52-F293-655F-A25EF07B6A03}"/>
              </a:ext>
            </a:extLst>
          </p:cNvPr>
          <p:cNvSpPr txBox="1"/>
          <p:nvPr/>
        </p:nvSpPr>
        <p:spPr>
          <a:xfrm>
            <a:off x="579367" y="4450135"/>
            <a:ext cx="61084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Segoe UI Variable Small" pitchFamily="2" charset="0"/>
              </a:rPr>
              <a:t>Source dataset: </a:t>
            </a:r>
            <a:br>
              <a:rPr lang="en-IN" sz="1800" dirty="0">
                <a:latin typeface="Segoe UI Variable Small" pitchFamily="2" charset="0"/>
              </a:rPr>
            </a:br>
            <a:r>
              <a:rPr lang="en-IN" sz="1800" dirty="0">
                <a:latin typeface="Segoe UI Variable Small" pitchFamily="2" charset="0"/>
              </a:rPr>
              <a:t>Trending YouTube Video Statistics -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Segoe UI Variable Small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https://www.kaggle.com/datasets/datasnaek/youtube-new/data</a:t>
            </a:r>
            <a:endParaRPr lang="en-IN" sz="1800" dirty="0">
              <a:solidFill>
                <a:schemeClr val="accent5">
                  <a:lumMod val="75000"/>
                </a:schemeClr>
              </a:solidFill>
              <a:latin typeface="Segoe UI Variable Small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AA8A3E-699A-75C0-0BC6-D7E0DC3BD042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25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377849" y="0"/>
            <a:ext cx="509016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Objective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9E2731-9D9A-E939-13BA-1AB9D26C90E9}"/>
              </a:ext>
            </a:extLst>
          </p:cNvPr>
          <p:cNvCxnSpPr>
            <a:cxnSpLocks/>
          </p:cNvCxnSpPr>
          <p:nvPr/>
        </p:nvCxnSpPr>
        <p:spPr>
          <a:xfrm flipH="1">
            <a:off x="207058" y="769697"/>
            <a:ext cx="543174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6555252" y="1288414"/>
            <a:ext cx="51711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Data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Data cleaning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Data wrangling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Data exploration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Modelling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Preprocessing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Creating the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Evaluating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Hyperparameter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0F451-4B04-DB77-1CC1-804300F074AB}"/>
              </a:ext>
            </a:extLst>
          </p:cNvPr>
          <p:cNvSpPr txBox="1"/>
          <p:nvPr/>
        </p:nvSpPr>
        <p:spPr>
          <a:xfrm>
            <a:off x="446188" y="1288414"/>
            <a:ext cx="56498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Segoe UI Variable Small" pitchFamily="2" charset="0"/>
              </a:rPr>
              <a:t>Using different modelling techniques to </a:t>
            </a:r>
            <a:r>
              <a:rPr lang="en-IN" sz="2400" b="1" dirty="0">
                <a:latin typeface="Segoe UI Variable Small" pitchFamily="2" charset="0"/>
              </a:rPr>
              <a:t>find the best classifier model </a:t>
            </a:r>
            <a:r>
              <a:rPr lang="en-IN" sz="2400" dirty="0">
                <a:latin typeface="Segoe UI Variable Small" pitchFamily="2" charset="0"/>
              </a:rPr>
              <a:t>with the most accurate prediction of if a video will </a:t>
            </a:r>
            <a:r>
              <a:rPr lang="en-IN" sz="2400" b="1" dirty="0">
                <a:latin typeface="Segoe UI Variable Small" pitchFamily="2" charset="0"/>
              </a:rPr>
              <a:t>trend once or repetitively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A11807B-92E1-EC15-15B0-01A18B986870}"/>
              </a:ext>
            </a:extLst>
          </p:cNvPr>
          <p:cNvSpPr txBox="1">
            <a:spLocks/>
          </p:cNvSpPr>
          <p:nvPr/>
        </p:nvSpPr>
        <p:spPr>
          <a:xfrm>
            <a:off x="6431280" y="-1"/>
            <a:ext cx="509016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Methodology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D92CAD-4635-261A-AE0F-08E3C76430A8}"/>
              </a:ext>
            </a:extLst>
          </p:cNvPr>
          <p:cNvCxnSpPr>
            <a:cxnSpLocks/>
          </p:cNvCxnSpPr>
          <p:nvPr/>
        </p:nvCxnSpPr>
        <p:spPr>
          <a:xfrm flipH="1">
            <a:off x="6424978" y="769697"/>
            <a:ext cx="543174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Classification SBTS2018 Lineal Color icon | Freepik">
            <a:extLst>
              <a:ext uri="{FF2B5EF4-FFF2-40B4-BE49-F238E27FC236}">
                <a16:creationId xmlns:a16="http://schemas.microsoft.com/office/drawing/2014/main" id="{0B2C2CAE-F1CC-C01F-D175-9F94C1D85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447" y="3181240"/>
            <a:ext cx="1969344" cy="196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198,700+ Data Analytics Icon Stock Illustrations, Royalty-Free Vector  Graphics &amp; Clip Art - iStock | Data analytics icon set, Data analytics icon  vector, Data analytics icon illustration">
            <a:extLst>
              <a:ext uri="{FF2B5EF4-FFF2-40B4-BE49-F238E27FC236}">
                <a16:creationId xmlns:a16="http://schemas.microsoft.com/office/drawing/2014/main" id="{9C7E1BDE-710D-453F-456A-13241D0A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790" y="103811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561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What the data looks like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620006" y="942430"/>
            <a:ext cx="5580497" cy="4663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JSON files for each country – chose US and Canada – </a:t>
            </a:r>
            <a:r>
              <a:rPr lang="en-IN" sz="2400" b="1" dirty="0">
                <a:latin typeface="Segoe UI Variable Small" pitchFamily="2" charset="0"/>
              </a:rPr>
              <a:t>80k records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16 features, of which key may be –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views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likes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dislikes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comment_count</a:t>
            </a:r>
            <a:endParaRPr lang="en-I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2599F1-D0A1-1357-F01A-1727E0F6A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577705"/>
              </p:ext>
            </p:extLst>
          </p:nvPr>
        </p:nvGraphicFramePr>
        <p:xfrm>
          <a:off x="7628309" y="1077809"/>
          <a:ext cx="3820468" cy="504041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10234">
                  <a:extLst>
                    <a:ext uri="{9D8B030D-6E8A-4147-A177-3AD203B41FA5}">
                      <a16:colId xmlns:a16="http://schemas.microsoft.com/office/drawing/2014/main" val="531266233"/>
                    </a:ext>
                  </a:extLst>
                </a:gridCol>
                <a:gridCol w="1910234">
                  <a:extLst>
                    <a:ext uri="{9D8B030D-6E8A-4147-A177-3AD203B41FA5}">
                      <a16:colId xmlns:a16="http://schemas.microsoft.com/office/drawing/2014/main" val="594907520"/>
                    </a:ext>
                  </a:extLst>
                </a:gridCol>
              </a:tblGrid>
              <a:tr h="326846">
                <a:tc>
                  <a:txBody>
                    <a:bodyPr/>
                    <a:lstStyle/>
                    <a:p>
                      <a:pPr fontAlgn="ctr"/>
                      <a:r>
                        <a:rPr lang="en-US" sz="1200" b="1" dirty="0">
                          <a:effectLst/>
                        </a:rPr>
                        <a:t>Feature</a:t>
                      </a:r>
                    </a:p>
                  </a:txBody>
                  <a:tcPr marL="60435" marR="60435" marT="30218" marB="3021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effectLst/>
                        </a:rPr>
                        <a:t>Data type</a:t>
                      </a:r>
                    </a:p>
                  </a:txBody>
                  <a:tcPr marL="60435" marR="60435" marT="30218" marB="3021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986466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 err="1">
                          <a:effectLst/>
                        </a:rPr>
                        <a:t>video_id</a:t>
                      </a:r>
                      <a:endParaRPr lang="en-US" sz="1200" b="0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127414637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 err="1">
                          <a:effectLst/>
                        </a:rPr>
                        <a:t>publish_datetime</a:t>
                      </a:r>
                      <a:endParaRPr lang="en-US" sz="1200" b="0" dirty="0">
                        <a:effectLst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datetime64[ns, UTC]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444740312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trending_date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datetime64[ns]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4051470972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title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49620523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channel_title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681445561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category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809273010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category_id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int64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793288370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country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663439129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description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851731605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publish_date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datetime64[ns]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873606509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publish_time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512643562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views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effectLst/>
                        </a:rPr>
                        <a:t>int64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688513003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likes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int64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585120768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dislikes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int64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250613847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comment_count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int64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276771429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tags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object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24852564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comments_disabled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bool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708430168"/>
                  </a:ext>
                </a:extLst>
              </a:tr>
              <a:tr h="261865">
                <a:tc>
                  <a:txBody>
                    <a:bodyPr/>
                    <a:lstStyle/>
                    <a:p>
                      <a:pPr fontAlgn="ctr"/>
                      <a:r>
                        <a:rPr lang="en-US" sz="1200" b="0">
                          <a:effectLst/>
                        </a:rPr>
                        <a:t>ratings_disabled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effectLst/>
                        </a:rPr>
                        <a:t>bool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715359577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E5828F-50FC-FB2B-2B82-39E66B5FD9AF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FA6B4E3-F508-13FF-69C0-62A84929E829}"/>
              </a:ext>
            </a:extLst>
          </p:cNvPr>
          <p:cNvSpPr/>
          <p:nvPr/>
        </p:nvSpPr>
        <p:spPr>
          <a:xfrm>
            <a:off x="7628309" y="4231341"/>
            <a:ext cx="3830628" cy="1145483"/>
          </a:xfrm>
          <a:prstGeom prst="rect">
            <a:avLst/>
          </a:prstGeom>
          <a:solidFill>
            <a:srgbClr val="C00000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7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cleaning and wrangling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579367" y="1186270"/>
            <a:ext cx="10606084" cy="4039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Removed records </a:t>
            </a:r>
            <a:r>
              <a:rPr lang="en-IN" sz="2400" dirty="0">
                <a:latin typeface="Segoe UI Variable Small" pitchFamily="2" charset="0"/>
              </a:rPr>
              <a:t>with “Deleted video” or which were flagged in variable </a:t>
            </a:r>
            <a:r>
              <a:rPr lang="en-I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video_error_or_removed</a:t>
            </a:r>
            <a:endParaRPr lang="en-I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Replaced missing values</a:t>
            </a:r>
            <a:r>
              <a:rPr lang="en-IN" sz="2400" dirty="0">
                <a:latin typeface="Segoe UI Variable Small" pitchFamily="2" charset="0"/>
              </a:rPr>
              <a:t> with blank (for </a:t>
            </a: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en-IN" sz="2400" dirty="0">
                <a:latin typeface="Segoe UI Variable Small" pitchFamily="2" charset="0"/>
              </a:rPr>
              <a:t> variable)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Derived </a:t>
            </a:r>
            <a:r>
              <a:rPr lang="en-IN" sz="2400" dirty="0">
                <a:latin typeface="Segoe UI Variable Small" pitchFamily="2" charset="0"/>
              </a:rPr>
              <a:t>new features –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Number of tags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Number of repeats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Trending category (One-time/Repeat)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Age of video (time from publish to trending)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Comments/Ratings flag – enabled/disabled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27D734F-376E-9F9A-8FB9-DE26F6FEFF33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61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6F88D55-6734-004A-C447-1AB1B5CCD0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9" b="-1"/>
          <a:stretch/>
        </p:blipFill>
        <p:spPr bwMode="auto">
          <a:xfrm>
            <a:off x="39052" y="1658431"/>
            <a:ext cx="6056947" cy="442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2B0F83-5CE3-F325-BE4C-721C346BECA6}"/>
              </a:ext>
            </a:extLst>
          </p:cNvPr>
          <p:cNvSpPr txBox="1"/>
          <p:nvPr/>
        </p:nvSpPr>
        <p:spPr>
          <a:xfrm>
            <a:off x="2812427" y="1008682"/>
            <a:ext cx="6567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Segoe UI Variable Small" pitchFamily="2" charset="0"/>
              </a:rPr>
              <a:t>Bar plot</a:t>
            </a:r>
            <a:r>
              <a:rPr lang="en-IN" sz="1800" dirty="0">
                <a:latin typeface="Segoe UI Variable Small" pitchFamily="2" charset="0"/>
              </a:rPr>
              <a:t> of number of occurrences of a trending video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89C7CA-A021-0A01-C0CF-E473CD260B94}"/>
              </a:ext>
            </a:extLst>
          </p:cNvPr>
          <p:cNvSpPr txBox="1"/>
          <p:nvPr/>
        </p:nvSpPr>
        <p:spPr>
          <a:xfrm>
            <a:off x="6286500" y="2130889"/>
            <a:ext cx="5734052" cy="2481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latin typeface="Segoe UI Variable Small" pitchFamily="2" charset="0"/>
              </a:rPr>
              <a:t>Based on </a:t>
            </a:r>
            <a:r>
              <a:rPr lang="en-US">
                <a:latin typeface="Segoe UI Variable Small" pitchFamily="2" charset="0"/>
              </a:rPr>
              <a:t>this bar plot, </a:t>
            </a:r>
            <a:r>
              <a:rPr lang="en-US" dirty="0">
                <a:latin typeface="Segoe UI Variable Small" pitchFamily="2" charset="0"/>
              </a:rPr>
              <a:t>current classification (i.e. one-time vs repeatedly trending) could be further subclassified into: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Common repeats (1-2)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Rare repeats (3-7)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Epic repeats (8-15)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 Variable Small" pitchFamily="2" charset="0"/>
              </a:rPr>
              <a:t>Legendary repeats (&gt;15)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CF2A94-1E3B-F46E-4EC4-71A7EC6A8620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030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2BE05-125F-A16A-7075-B7C3048135EB}"/>
              </a:ext>
            </a:extLst>
          </p:cNvPr>
          <p:cNvSpPr txBox="1"/>
          <p:nvPr/>
        </p:nvSpPr>
        <p:spPr>
          <a:xfrm>
            <a:off x="3708967" y="959125"/>
            <a:ext cx="4774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Segoe UI Variable Small" pitchFamily="2" charset="0"/>
              </a:rPr>
              <a:t>Bar plot of “age” of a trending video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96A2C-A7BC-EDAF-8287-470504C7D770}"/>
              </a:ext>
            </a:extLst>
          </p:cNvPr>
          <p:cNvSpPr txBox="1"/>
          <p:nvPr/>
        </p:nvSpPr>
        <p:spPr>
          <a:xfrm>
            <a:off x="857250" y="5923965"/>
            <a:ext cx="11004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Variable Small" pitchFamily="2" charset="0"/>
              </a:rPr>
              <a:t>Most of the data has </a:t>
            </a:r>
            <a:r>
              <a:rPr lang="en-US" b="1" dirty="0">
                <a:latin typeface="Segoe UI Variable Small" pitchFamily="2" charset="0"/>
              </a:rPr>
              <a:t>age&lt;=1 (~78% of data)</a:t>
            </a:r>
            <a:r>
              <a:rPr lang="en-US" dirty="0">
                <a:latin typeface="Segoe UI Variable Small" pitchFamily="2" charset="0"/>
              </a:rPr>
              <a:t>. This histogram excludes those, and shows that most others still trend </a:t>
            </a:r>
            <a:r>
              <a:rPr lang="en-US" b="1" dirty="0">
                <a:latin typeface="Segoe UI Variable Small" pitchFamily="2" charset="0"/>
              </a:rPr>
              <a:t>within 10 days of upload</a:t>
            </a:r>
            <a:r>
              <a:rPr lang="en-US" dirty="0">
                <a:latin typeface="Segoe UI Variable Small" pitchFamily="2" charset="0"/>
              </a:rPr>
              <a:t>, with 100s up to 35 days, with outliers up to 1000s of days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4437006A-6962-7CAA-27DA-E64A26A3D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9"/>
          <a:stretch/>
        </p:blipFill>
        <p:spPr bwMode="auto">
          <a:xfrm>
            <a:off x="1233488" y="1398443"/>
            <a:ext cx="9386887" cy="445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6612B0-1C69-8498-4F1B-B0DD0EC7364F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091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9E2731-9D9A-E939-13BA-1AB9D26C90E9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FF2BE05-125F-A16A-7075-B7C3048135EB}"/>
              </a:ext>
            </a:extLst>
          </p:cNvPr>
          <p:cNvSpPr txBox="1"/>
          <p:nvPr/>
        </p:nvSpPr>
        <p:spPr>
          <a:xfrm>
            <a:off x="3221729" y="959125"/>
            <a:ext cx="5748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Segoe UI Variable Small" pitchFamily="2" charset="0"/>
              </a:rPr>
              <a:t>Distribution of features per trending category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568F443-65CC-8374-BC39-D9E3B5B55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02" y="1328457"/>
            <a:ext cx="8256134" cy="545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FBB2FE-1735-E47C-83A1-17A3B0047BE8}"/>
              </a:ext>
            </a:extLst>
          </p:cNvPr>
          <p:cNvSpPr txBox="1"/>
          <p:nvPr/>
        </p:nvSpPr>
        <p:spPr>
          <a:xfrm>
            <a:off x="8717279" y="1910977"/>
            <a:ext cx="32659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Segoe UI Variable Small" pitchFamily="2" charset="0"/>
              </a:rPr>
              <a:t>These show that </a:t>
            </a:r>
            <a:r>
              <a:rPr lang="en-US" b="1" dirty="0">
                <a:latin typeface="Segoe UI Variable Small" pitchFamily="2" charset="0"/>
              </a:rPr>
              <a:t>view, likes, dislikes, and comment count </a:t>
            </a:r>
            <a:r>
              <a:rPr lang="en-US" dirty="0">
                <a:latin typeface="Segoe UI Variable Small" pitchFamily="2" charset="0"/>
              </a:rPr>
              <a:t>likely plays a significant factor.</a:t>
            </a:r>
          </a:p>
          <a:p>
            <a:pPr algn="l"/>
            <a:endParaRPr lang="en-US" dirty="0">
              <a:latin typeface="Segoe UI Variable Small" pitchFamily="2" charset="0"/>
            </a:endParaRPr>
          </a:p>
          <a:p>
            <a:pPr algn="l"/>
            <a:r>
              <a:rPr lang="en-US" dirty="0">
                <a:latin typeface="Segoe UI Variable Small" pitchFamily="2" charset="0"/>
              </a:rPr>
              <a:t>Number of tags appeared to be surprisingly similar for both groups. </a:t>
            </a:r>
          </a:p>
          <a:p>
            <a:pPr algn="l"/>
            <a:endParaRPr lang="en-US" dirty="0">
              <a:latin typeface="Segoe UI Variable Small" pitchFamily="2" charset="0"/>
            </a:endParaRPr>
          </a:p>
          <a:p>
            <a:pPr algn="l"/>
            <a:r>
              <a:rPr lang="en-US" dirty="0">
                <a:latin typeface="Segoe UI Variable Small" pitchFamily="2" charset="0"/>
              </a:rPr>
              <a:t>Box plots for Age seemed different, but their median are almost identical, making this likely an ineffective contributing factor.</a:t>
            </a:r>
          </a:p>
        </p:txBody>
      </p:sp>
    </p:spTree>
    <p:extLst>
      <p:ext uri="{BB962C8B-B14F-4D97-AF65-F5344CB8AC3E}">
        <p14:creationId xmlns:p14="http://schemas.microsoft.com/office/powerpoint/2010/main" val="350858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96A2C-A7BC-EDAF-8287-470504C7D770}"/>
              </a:ext>
            </a:extLst>
          </p:cNvPr>
          <p:cNvSpPr txBox="1"/>
          <p:nvPr/>
        </p:nvSpPr>
        <p:spPr>
          <a:xfrm>
            <a:off x="301437" y="5767355"/>
            <a:ext cx="11800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Variable Small" pitchFamily="2" charset="0"/>
              </a:rPr>
              <a:t>Red dotted line denotes the 95-percentile mark in data. Outliers in these metrics can contribute significantly to help classify it, and it is only a few fold higher than the rest. Thus the outliers are retained.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7F00558B-D127-E941-3B10-D312A3DF8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1" y="1424765"/>
            <a:ext cx="3853543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AE44148F-33DF-FB77-7EF0-FFB35185F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582" y="1424765"/>
            <a:ext cx="3889828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34D5A897-2191-B913-7B1E-6FF3C349E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410" y="1424765"/>
            <a:ext cx="388982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782224-9DC5-6235-F221-9173B09410ED}"/>
              </a:ext>
            </a:extLst>
          </p:cNvPr>
          <p:cNvSpPr txBox="1"/>
          <p:nvPr/>
        </p:nvSpPr>
        <p:spPr>
          <a:xfrm>
            <a:off x="3708967" y="959125"/>
            <a:ext cx="4774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Segoe UI Variable Small" pitchFamily="2" charset="0"/>
              </a:rPr>
              <a:t>Testing for outliers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82E0BC-6097-F6D6-5CD8-FBF424DE8B03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6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2BE05-125F-A16A-7075-B7C3048135EB}"/>
              </a:ext>
            </a:extLst>
          </p:cNvPr>
          <p:cNvSpPr txBox="1"/>
          <p:nvPr/>
        </p:nvSpPr>
        <p:spPr>
          <a:xfrm>
            <a:off x="3708967" y="959125"/>
            <a:ext cx="4774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Segoe UI Variable Small" pitchFamily="2" charset="0"/>
              </a:rPr>
              <a:t>Testing for outliers</a:t>
            </a:r>
            <a:endParaRPr lang="en-US" dirty="0"/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54017D1A-A3AC-7890-4C10-FFBF1AC4B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1" y="1409141"/>
            <a:ext cx="3889828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9DDC097F-8CA2-A4BB-0434-E24C10D1F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727" y="1409141"/>
            <a:ext cx="3918857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>
            <a:extLst>
              <a:ext uri="{FF2B5EF4-FFF2-40B4-BE49-F238E27FC236}">
                <a16:creationId xmlns:a16="http://schemas.microsoft.com/office/drawing/2014/main" id="{1BFA9327-4A3D-C8BD-A917-CA4C95543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344" y="1409141"/>
            <a:ext cx="3984172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030C35-0941-C19A-D9B9-294EB6FC5E91}"/>
              </a:ext>
            </a:extLst>
          </p:cNvPr>
          <p:cNvSpPr txBox="1"/>
          <p:nvPr/>
        </p:nvSpPr>
        <p:spPr>
          <a:xfrm>
            <a:off x="301437" y="5767355"/>
            <a:ext cx="11800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Variable Small" pitchFamily="2" charset="0"/>
              </a:rPr>
              <a:t>Red dotted line denotes the 95-percentile mark in data. Outliers in these metrics can contribute significantly to help classify it, and it is only a few fold higher than the rest. Thus the outliers are retained.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24BA56-B91D-13A4-3BF5-C9E6EB679234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86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Data exploration and visualization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2BE05-125F-A16A-7075-B7C3048135EB}"/>
              </a:ext>
            </a:extLst>
          </p:cNvPr>
          <p:cNvSpPr txBox="1"/>
          <p:nvPr/>
        </p:nvSpPr>
        <p:spPr>
          <a:xfrm>
            <a:off x="3708967" y="959125"/>
            <a:ext cx="4774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atin typeface="Segoe UI Variable Small" pitchFamily="2" charset="0"/>
              </a:rPr>
              <a:t>Correlation between features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030C35-0941-C19A-D9B9-294EB6FC5E91}"/>
              </a:ext>
            </a:extLst>
          </p:cNvPr>
          <p:cNvSpPr txBox="1"/>
          <p:nvPr/>
        </p:nvSpPr>
        <p:spPr>
          <a:xfrm>
            <a:off x="6317707" y="1942352"/>
            <a:ext cx="5563097" cy="178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 Variable Small" pitchFamily="2" charset="0"/>
              </a:rPr>
              <a:t>Strong </a:t>
            </a:r>
            <a:r>
              <a:rPr lang="en-US" b="1" dirty="0" err="1">
                <a:latin typeface="Segoe UI Variable Small" pitchFamily="2" charset="0"/>
              </a:rPr>
              <a:t>corr</a:t>
            </a:r>
            <a:r>
              <a:rPr lang="en-US" dirty="0">
                <a:latin typeface="Segoe UI Variable Small" pitchFamily="2" charset="0"/>
              </a:rPr>
              <a:t> = Likes vs. Comment count &amp; Views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 Variable Small" pitchFamily="2" charset="0"/>
              </a:rPr>
              <a:t>Moderate </a:t>
            </a:r>
            <a:r>
              <a:rPr lang="en-US" b="1" dirty="0" err="1">
                <a:latin typeface="Segoe UI Variable Small" pitchFamily="2" charset="0"/>
              </a:rPr>
              <a:t>corr</a:t>
            </a:r>
            <a:r>
              <a:rPr lang="en-US" b="1" dirty="0">
                <a:latin typeface="Segoe UI Variable Small" pitchFamily="2" charset="0"/>
              </a:rPr>
              <a:t> </a:t>
            </a:r>
            <a:r>
              <a:rPr lang="en-US" dirty="0">
                <a:latin typeface="Segoe UI Variable Small" pitchFamily="2" charset="0"/>
              </a:rPr>
              <a:t>= Views vs. Dislikes &amp; Comment count, Likes vs. Dislikes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 Variable Small" pitchFamily="2" charset="0"/>
              </a:rPr>
              <a:t>Minimal </a:t>
            </a:r>
            <a:r>
              <a:rPr lang="en-US" b="1" dirty="0" err="1">
                <a:latin typeface="Segoe UI Variable Small" pitchFamily="2" charset="0"/>
              </a:rPr>
              <a:t>corr</a:t>
            </a:r>
            <a:r>
              <a:rPr lang="en-US" b="1" dirty="0">
                <a:latin typeface="Segoe UI Variable Small" pitchFamily="2" charset="0"/>
              </a:rPr>
              <a:t> </a:t>
            </a:r>
            <a:r>
              <a:rPr lang="en-US" dirty="0">
                <a:latin typeface="Segoe UI Variable Small" pitchFamily="2" charset="0"/>
              </a:rPr>
              <a:t>= Number of tags &amp; Trending repeats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AD0B27-E5BD-C7CA-723B-81010CB54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9"/>
          <a:stretch/>
        </p:blipFill>
        <p:spPr bwMode="auto">
          <a:xfrm>
            <a:off x="501123" y="1635429"/>
            <a:ext cx="5151624" cy="4263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1D6D85-7710-A6D3-F8E5-897A10E1809D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698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dictive models - Free computer icons">
            <a:extLst>
              <a:ext uri="{FF2B5EF4-FFF2-40B4-BE49-F238E27FC236}">
                <a16:creationId xmlns:a16="http://schemas.microsoft.com/office/drawing/2014/main" id="{D08A0857-AC30-139D-0197-C50E98FC6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360" y="0"/>
            <a:ext cx="6939280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E979DD-8DBC-3C13-D97C-0091300F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360" y="2534920"/>
            <a:ext cx="6939280" cy="1625600"/>
          </a:xfrm>
          <a:gradFill flip="none" rotWithShape="1">
            <a:gsLst>
              <a:gs pos="0">
                <a:srgbClr val="91CBD7">
                  <a:alpha val="50000"/>
                </a:srgbClr>
              </a:gs>
              <a:gs pos="53000">
                <a:srgbClr val="FFD086">
                  <a:alpha val="50000"/>
                </a:srgbClr>
              </a:gs>
              <a:gs pos="100000">
                <a:srgbClr val="91CBD7">
                  <a:alpha val="50000"/>
                </a:srgbClr>
              </a:gs>
            </a:gsLst>
            <a:lin ang="0" scaled="1"/>
            <a:tileRect/>
          </a:gradFill>
        </p:spPr>
        <p:txBody>
          <a:bodyPr>
            <a:normAutofit/>
          </a:bodyPr>
          <a:lstStyle/>
          <a:p>
            <a:pPr algn="ctr"/>
            <a:r>
              <a:rPr lang="en-US" sz="5400" dirty="0">
                <a:ln>
                  <a:solidFill>
                    <a:schemeClr val="bg1">
                      <a:lumMod val="95000"/>
                    </a:schemeClr>
                  </a:solidFill>
                </a:ln>
                <a:latin typeface="Segoe UI Variable Text Semibold" pitchFamily="2" charset="0"/>
              </a:rPr>
              <a:t>Modelling –</a:t>
            </a:r>
            <a:br>
              <a:rPr lang="en-US" sz="5400" dirty="0">
                <a:ln>
                  <a:solidFill>
                    <a:schemeClr val="bg1">
                      <a:lumMod val="95000"/>
                    </a:schemeClr>
                  </a:solidFill>
                </a:ln>
                <a:latin typeface="Segoe UI Variable Text Semibold" pitchFamily="2" charset="0"/>
              </a:rPr>
            </a:br>
            <a:r>
              <a:rPr lang="en-US" sz="5400" dirty="0">
                <a:ln>
                  <a:solidFill>
                    <a:schemeClr val="bg1">
                      <a:lumMod val="95000"/>
                    </a:schemeClr>
                  </a:solidFill>
                </a:ln>
                <a:latin typeface="Segoe UI Variable Text Semibold" pitchFamily="2" charset="0"/>
              </a:rPr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3427730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Predicted variable &amp; features used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579367" y="1186270"/>
            <a:ext cx="10606084" cy="4919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 Predicted/dependent variable -</a:t>
            </a: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trend_cat</a:t>
            </a:r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400" dirty="0">
                <a:latin typeface="Segoe UI Variable Small" pitchFamily="2" charset="0"/>
              </a:rPr>
              <a:t>(one-time / repeat)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 Numeric features (scaled using </a:t>
            </a:r>
            <a:r>
              <a:rPr lang="en-IN" sz="2400" dirty="0" err="1">
                <a:latin typeface="Segoe UI Variable Small" pitchFamily="2" charset="0"/>
              </a:rPr>
              <a:t>StandardScaler</a:t>
            </a:r>
            <a:r>
              <a:rPr lang="en-IN" sz="2400" dirty="0">
                <a:latin typeface="Segoe UI Variable Small" pitchFamily="2" charset="0"/>
              </a:rPr>
              <a:t>) –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views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likes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dislikes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n_tags</a:t>
            </a:r>
            <a:endParaRPr lang="en-I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comment_count</a:t>
            </a:r>
            <a:endParaRPr lang="en-I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Categorical features (encoded using </a:t>
            </a:r>
            <a:r>
              <a:rPr lang="en-IN" sz="2400" dirty="0" err="1">
                <a:latin typeface="Segoe UI Variable Small" pitchFamily="2" charset="0"/>
              </a:rPr>
              <a:t>OneHotEncoding</a:t>
            </a:r>
            <a:r>
              <a:rPr lang="en-IN" sz="2400" dirty="0">
                <a:latin typeface="Segoe UI Variable Small" pitchFamily="2" charset="0"/>
              </a:rPr>
              <a:t>) –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category </a:t>
            </a:r>
            <a:r>
              <a:rPr lang="en-IN" sz="2000" dirty="0">
                <a:latin typeface="Segoe UI Variable Small" pitchFamily="2" charset="0"/>
              </a:rPr>
              <a:t>(</a:t>
            </a:r>
            <a:r>
              <a:rPr lang="en-US" sz="2000" dirty="0">
                <a:latin typeface="Segoe UI Variable Small" pitchFamily="2" charset="0"/>
              </a:rPr>
              <a:t>Comedy/ Education/ Entertainment/ Film &amp; Animation/ Gaming/…)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comments_status</a:t>
            </a: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dirty="0">
                <a:latin typeface="Segoe UI Variable Small" pitchFamily="2" charset="0"/>
              </a:rPr>
              <a:t>(enabled/disabled)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ratings_status</a:t>
            </a: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2000" dirty="0">
                <a:latin typeface="Segoe UI Variable Small" pitchFamily="2" charset="0"/>
              </a:rPr>
              <a:t>(enabled/disabled)</a:t>
            </a:r>
            <a:endParaRPr lang="en-IN" sz="2400" dirty="0">
              <a:latin typeface="Segoe UI Variable Small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F2320-E6E6-6853-E3E5-9B4736384AD4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920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Logistic regression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628369" y="1217949"/>
            <a:ext cx="6239936" cy="3278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Rationale for use: </a:t>
            </a:r>
            <a:r>
              <a:rPr lang="en-IN" sz="2000" dirty="0">
                <a:latin typeface="Segoe UI Variable Small" pitchFamily="2" charset="0"/>
              </a:rPr>
              <a:t>Binary classifier</a:t>
            </a:r>
            <a:endParaRPr lang="en-IN" sz="2400" dirty="0">
              <a:latin typeface="Segoe UI Variable Small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Hyperparameter testing: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Best score – </a:t>
            </a:r>
            <a:r>
              <a:rPr lang="en-IN" sz="2400" b="1" dirty="0">
                <a:latin typeface="Segoe UI Variable Small" pitchFamily="2" charset="0"/>
              </a:rPr>
              <a:t>62.9%</a:t>
            </a:r>
            <a:r>
              <a:rPr lang="en-IN" sz="2400" dirty="0">
                <a:latin typeface="Segoe UI Variable Small" pitchFamily="2" charset="0"/>
              </a:rPr>
              <a:t>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Best hyperparameters - </a:t>
            </a:r>
          </a:p>
          <a:p>
            <a:pPr lvl="1">
              <a:lnSpc>
                <a:spcPct val="125000"/>
              </a:lnSpc>
            </a:pPr>
            <a:r>
              <a:rPr lang="en-IN" sz="2400" dirty="0">
                <a:latin typeface="Segoe UI Variable Small" pitchFamily="2" charset="0"/>
              </a:rPr>
              <a:t>	</a:t>
            </a:r>
            <a:r>
              <a:rPr lang="en-IN" sz="2000" dirty="0">
                <a:latin typeface="Segoe UI Variable Small" pitchFamily="2" charset="0"/>
              </a:rPr>
              <a:t>'C': 10, '</a:t>
            </a:r>
            <a:r>
              <a:rPr lang="en-IN" sz="2000" dirty="0" err="1">
                <a:latin typeface="Segoe UI Variable Small" pitchFamily="2" charset="0"/>
              </a:rPr>
              <a:t>max_iter</a:t>
            </a:r>
            <a:r>
              <a:rPr lang="en-IN" sz="2000" dirty="0">
                <a:latin typeface="Segoe UI Variable Small" pitchFamily="2" charset="0"/>
              </a:rPr>
              <a:t>': 50</a:t>
            </a:r>
            <a:endParaRPr lang="en-IN" sz="2400" dirty="0">
              <a:latin typeface="Segoe UI Variable Small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F2320-E6E6-6853-E3E5-9B4736384AD4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4794651-0C97-6D10-89A9-AEB251B43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836" y="920268"/>
            <a:ext cx="4774992" cy="1705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0BE4C5-6927-65B9-6640-FB59D4D6026C}"/>
              </a:ext>
            </a:extLst>
          </p:cNvPr>
          <p:cNvSpPr txBox="1"/>
          <p:nvPr/>
        </p:nvSpPr>
        <p:spPr>
          <a:xfrm>
            <a:off x="6977326" y="2637599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Classification report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BA4336B-2C78-0BA2-B710-B257D1AC2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856" y="3097279"/>
            <a:ext cx="4556950" cy="332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40AE3E-9A35-1F09-432B-D5ECF0C7D684}"/>
              </a:ext>
            </a:extLst>
          </p:cNvPr>
          <p:cNvSpPr txBox="1"/>
          <p:nvPr/>
        </p:nvSpPr>
        <p:spPr>
          <a:xfrm>
            <a:off x="7084836" y="6414626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Confusion matrix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4AD951-24C3-1099-465D-361550DF8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546" y="2352156"/>
            <a:ext cx="3505689" cy="504895"/>
          </a:xfrm>
          <a:prstGeom prst="rect">
            <a:avLst/>
          </a:prstGeom>
        </p:spPr>
      </p:pic>
      <p:pic>
        <p:nvPicPr>
          <p:cNvPr id="12" name="Picture 14" descr="Analysis, prediction, regression, stat, trend icon - Download on Iconfinder">
            <a:extLst>
              <a:ext uri="{FF2B5EF4-FFF2-40B4-BE49-F238E27FC236}">
                <a16:creationId xmlns:a16="http://schemas.microsoft.com/office/drawing/2014/main" id="{5BC73EF4-45FD-03A3-C995-2D5FB47C2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562" y="115199"/>
            <a:ext cx="660349" cy="613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86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SVM</a:t>
            </a:r>
            <a:endParaRPr lang="en-IN" sz="2400" dirty="0">
              <a:latin typeface="Segoe UI Variable Text Semibold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FAD65-389D-1B26-6D7F-799D1651BB99}"/>
              </a:ext>
            </a:extLst>
          </p:cNvPr>
          <p:cNvSpPr txBox="1"/>
          <p:nvPr/>
        </p:nvSpPr>
        <p:spPr>
          <a:xfrm>
            <a:off x="1014796" y="2251562"/>
            <a:ext cx="5468983" cy="2354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>
                <a:latin typeface="Segoe UI Variable Small" pitchFamily="2" charset="0"/>
              </a:rPr>
              <a:t>SVM is discarded as a potential solution as this problem </a:t>
            </a:r>
            <a:r>
              <a:rPr lang="en-US" sz="2400" b="1" dirty="0">
                <a:latin typeface="Segoe UI Variable Small" pitchFamily="2" charset="0"/>
              </a:rPr>
              <a:t>cannot be solved with a linear solution</a:t>
            </a:r>
            <a:r>
              <a:rPr lang="en-US" sz="2400" dirty="0">
                <a:latin typeface="Segoe UI Variable Small" pitchFamily="2" charset="0"/>
              </a:rPr>
              <a:t> since the </a:t>
            </a:r>
            <a:r>
              <a:rPr lang="en-US" sz="2400" b="1" dirty="0">
                <a:latin typeface="Segoe UI Variable Small" pitchFamily="2" charset="0"/>
              </a:rPr>
              <a:t>2 categorical data are highly interspersed </a:t>
            </a:r>
            <a:r>
              <a:rPr lang="en-US" sz="2400" dirty="0">
                <a:latin typeface="Segoe UI Variable Small" pitchFamily="2" charset="0"/>
              </a:rPr>
              <a:t>(i.e. non-linear data).</a:t>
            </a:r>
            <a:endParaRPr lang="en-IN" sz="2000" dirty="0">
              <a:latin typeface="Segoe UI Variable Small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AF2320-E6E6-6853-E3E5-9B4736384AD4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2" name="Picture 2">
            <a:extLst>
              <a:ext uri="{FF2B5EF4-FFF2-40B4-BE49-F238E27FC236}">
                <a16:creationId xmlns:a16="http://schemas.microsoft.com/office/drawing/2014/main" id="{792CCE0F-C647-D223-44EE-F5A9C7F2C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373" y="816597"/>
            <a:ext cx="4864371" cy="588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SVM Icons - Free SVG &amp; PNG SVM Images - Noun Project">
            <a:extLst>
              <a:ext uri="{FF2B5EF4-FFF2-40B4-BE49-F238E27FC236}">
                <a16:creationId xmlns:a16="http://schemas.microsoft.com/office/drawing/2014/main" id="{7115A0BD-BB6C-B7DE-AC37-8661995CED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3" t="5100" r="7314" b="10756"/>
          <a:stretch/>
        </p:blipFill>
        <p:spPr bwMode="auto">
          <a:xfrm>
            <a:off x="6563103" y="12609"/>
            <a:ext cx="772530" cy="72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634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Random Forest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790E3B0-A43F-7FD4-9620-CBD7636493DF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43F8F8-12AE-B9B0-9A90-A46D6D9980C8}"/>
              </a:ext>
            </a:extLst>
          </p:cNvPr>
          <p:cNvSpPr txBox="1"/>
          <p:nvPr/>
        </p:nvSpPr>
        <p:spPr>
          <a:xfrm>
            <a:off x="579367" y="1186270"/>
            <a:ext cx="6352656" cy="5286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Rationale for use: </a:t>
            </a:r>
            <a:r>
              <a:rPr lang="en-IN" sz="2000" dirty="0">
                <a:latin typeface="Segoe UI Variable Small" pitchFamily="2" charset="0"/>
              </a:rPr>
              <a:t>Higher number of features</a:t>
            </a:r>
            <a:endParaRPr lang="en-IN" sz="2400" dirty="0">
              <a:latin typeface="Segoe UI Variable Small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Base model score – </a:t>
            </a:r>
            <a:r>
              <a:rPr lang="en-IN" sz="2400" b="1" dirty="0">
                <a:latin typeface="Segoe UI Variable Small" pitchFamily="2" charset="0"/>
              </a:rPr>
              <a:t>68.2%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Hyperparameter testing: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Segoe UI Variable Small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Best score – </a:t>
            </a:r>
            <a:r>
              <a:rPr lang="en-IN" sz="2400" b="1" dirty="0">
                <a:latin typeface="Segoe UI Variable Small" pitchFamily="2" charset="0"/>
              </a:rPr>
              <a:t>68.43%</a:t>
            </a:r>
            <a:r>
              <a:rPr lang="en-IN" sz="2400" dirty="0">
                <a:latin typeface="Segoe UI Variable Small" pitchFamily="2" charset="0"/>
              </a:rPr>
              <a:t>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Best hyperparameters : </a:t>
            </a:r>
          </a:p>
          <a:p>
            <a:pPr lvl="2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'</a:t>
            </a:r>
            <a:r>
              <a:rPr lang="en-IN" sz="2000" dirty="0" err="1">
                <a:latin typeface="Segoe UI Variable Small" pitchFamily="2" charset="0"/>
              </a:rPr>
              <a:t>max_depth</a:t>
            </a:r>
            <a:r>
              <a:rPr lang="en-IN" sz="2000" dirty="0">
                <a:latin typeface="Segoe UI Variable Small" pitchFamily="2" charset="0"/>
              </a:rPr>
              <a:t>': 40</a:t>
            </a:r>
          </a:p>
          <a:p>
            <a:pPr lvl="2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'</a:t>
            </a:r>
            <a:r>
              <a:rPr lang="en-IN" sz="2000" dirty="0" err="1">
                <a:latin typeface="Segoe UI Variable Small" pitchFamily="2" charset="0"/>
              </a:rPr>
              <a:t>min_samples_leaf</a:t>
            </a:r>
            <a:r>
              <a:rPr lang="en-IN" sz="2000" dirty="0">
                <a:latin typeface="Segoe UI Variable Small" pitchFamily="2" charset="0"/>
              </a:rPr>
              <a:t>': 2 </a:t>
            </a:r>
          </a:p>
          <a:p>
            <a:pPr lvl="2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'</a:t>
            </a:r>
            <a:r>
              <a:rPr lang="en-IN" sz="2000" dirty="0" err="1">
                <a:latin typeface="Segoe UI Variable Small" pitchFamily="2" charset="0"/>
              </a:rPr>
              <a:t>min_samples_split</a:t>
            </a:r>
            <a:r>
              <a:rPr lang="en-IN" sz="2000" dirty="0">
                <a:latin typeface="Segoe UI Variable Small" pitchFamily="2" charset="0"/>
              </a:rPr>
              <a:t>': 20</a:t>
            </a:r>
          </a:p>
          <a:p>
            <a:pPr lvl="2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'</a:t>
            </a:r>
            <a:r>
              <a:rPr lang="en-IN" sz="2000" dirty="0" err="1">
                <a:latin typeface="Segoe UI Variable Small" pitchFamily="2" charset="0"/>
              </a:rPr>
              <a:t>n_estimators</a:t>
            </a:r>
            <a:r>
              <a:rPr lang="en-IN" sz="2000" dirty="0">
                <a:latin typeface="Segoe UI Variable Small" pitchFamily="2" charset="0"/>
              </a:rPr>
              <a:t>': 850</a:t>
            </a:r>
            <a:endParaRPr lang="en-IN" b="1" dirty="0">
              <a:latin typeface="Segoe UI Variable Small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238C8D-E3A5-65EA-171A-89AFA7DAA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73" y="2772647"/>
            <a:ext cx="4286848" cy="1028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9FA53F-99B2-E9FC-6B6E-1A9526C33E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53"/>
          <a:stretch/>
        </p:blipFill>
        <p:spPr>
          <a:xfrm>
            <a:off x="7084836" y="895926"/>
            <a:ext cx="4846733" cy="17416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332528-9549-3294-BBC8-FA301903A6C0}"/>
              </a:ext>
            </a:extLst>
          </p:cNvPr>
          <p:cNvSpPr txBox="1"/>
          <p:nvPr/>
        </p:nvSpPr>
        <p:spPr>
          <a:xfrm>
            <a:off x="6977326" y="2637599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Classification report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74B70C-0F38-1FE1-88DB-C908BD1F9F81}"/>
              </a:ext>
            </a:extLst>
          </p:cNvPr>
          <p:cNvSpPr txBox="1"/>
          <p:nvPr/>
        </p:nvSpPr>
        <p:spPr>
          <a:xfrm>
            <a:off x="7084836" y="6414626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Confusion matrix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60219B9-3649-7E99-73AF-935C440BD6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2"/>
          <a:stretch/>
        </p:blipFill>
        <p:spPr bwMode="auto">
          <a:xfrm>
            <a:off x="7228114" y="3204754"/>
            <a:ext cx="4580628" cy="326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andom forest algorithm color icon vector illustration 39202122 Vector Art  at Vecteezy">
            <a:extLst>
              <a:ext uri="{FF2B5EF4-FFF2-40B4-BE49-F238E27FC236}">
                <a16:creationId xmlns:a16="http://schemas.microsoft.com/office/drawing/2014/main" id="{D629B157-34BC-F8D6-9D8D-2FAD0E5AE4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101" r="12495" b="13845"/>
          <a:stretch/>
        </p:blipFill>
        <p:spPr bwMode="auto">
          <a:xfrm>
            <a:off x="7297784" y="39968"/>
            <a:ext cx="740229" cy="69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79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Gradient Boosting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87A7CEE-FFEA-3DD5-5D1A-B368D2CCBF7E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C96BEC-96FD-BAC2-87C7-E6D9FE05F036}"/>
              </a:ext>
            </a:extLst>
          </p:cNvPr>
          <p:cNvSpPr txBox="1"/>
          <p:nvPr/>
        </p:nvSpPr>
        <p:spPr>
          <a:xfrm>
            <a:off x="579367" y="1186270"/>
            <a:ext cx="6352656" cy="567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Rationale for use: </a:t>
            </a:r>
            <a:r>
              <a:rPr lang="en-IN" sz="2000" dirty="0">
                <a:latin typeface="Segoe UI Variable Small" pitchFamily="2" charset="0"/>
              </a:rPr>
              <a:t>Good for larger datasets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Base model score – </a:t>
            </a:r>
            <a:r>
              <a:rPr lang="en-IN" sz="2400" b="1" dirty="0">
                <a:latin typeface="Segoe UI Variable Small" pitchFamily="2" charset="0"/>
              </a:rPr>
              <a:t>67%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Segoe UI Variable Small" pitchFamily="2" charset="0"/>
              </a:rPr>
              <a:t>Hyperparameter testing: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Segoe UI Variable Small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Segoe UI Variable Small" pitchFamily="2" charset="0"/>
            </a:endParaRP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Best score – </a:t>
            </a:r>
            <a:r>
              <a:rPr lang="en-IN" sz="2400" b="1" dirty="0">
                <a:latin typeface="Segoe UI Variable Small" pitchFamily="2" charset="0"/>
              </a:rPr>
              <a:t>67.46%</a:t>
            </a:r>
            <a:r>
              <a:rPr lang="en-IN" sz="2400" dirty="0">
                <a:latin typeface="Segoe UI Variable Small" pitchFamily="2" charset="0"/>
              </a:rPr>
              <a:t>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Best hyperparameters : </a:t>
            </a:r>
          </a:p>
          <a:p>
            <a:pPr lvl="2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'</a:t>
            </a:r>
            <a:r>
              <a:rPr lang="en-IN" sz="2000" dirty="0" err="1">
                <a:latin typeface="Segoe UI Variable Small" pitchFamily="2" charset="0"/>
              </a:rPr>
              <a:t>learning_rate</a:t>
            </a:r>
            <a:r>
              <a:rPr lang="en-IN" sz="2000" dirty="0">
                <a:latin typeface="Segoe UI Variable Small" pitchFamily="2" charset="0"/>
              </a:rPr>
              <a:t>': 0.05</a:t>
            </a:r>
          </a:p>
          <a:p>
            <a:pPr lvl="2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'</a:t>
            </a:r>
            <a:r>
              <a:rPr lang="en-IN" sz="2000" dirty="0" err="1">
                <a:latin typeface="Segoe UI Variable Small" pitchFamily="2" charset="0"/>
              </a:rPr>
              <a:t>max_depth</a:t>
            </a:r>
            <a:r>
              <a:rPr lang="en-IN" sz="2000" dirty="0">
                <a:latin typeface="Segoe UI Variable Small" pitchFamily="2" charset="0"/>
              </a:rPr>
              <a:t>’: 7</a:t>
            </a:r>
          </a:p>
          <a:p>
            <a:pPr lvl="2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'</a:t>
            </a:r>
            <a:r>
              <a:rPr lang="en-IN" sz="2000" dirty="0" err="1">
                <a:latin typeface="Segoe UI Variable Small" pitchFamily="2" charset="0"/>
              </a:rPr>
              <a:t>min_samples_leaf</a:t>
            </a:r>
            <a:r>
              <a:rPr lang="en-IN" sz="2000" dirty="0">
                <a:latin typeface="Segoe UI Variable Small" pitchFamily="2" charset="0"/>
              </a:rPr>
              <a:t>’: 1</a:t>
            </a:r>
          </a:p>
          <a:p>
            <a:pPr lvl="2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'</a:t>
            </a:r>
            <a:r>
              <a:rPr lang="en-IN" sz="2000" dirty="0" err="1">
                <a:latin typeface="Segoe UI Variable Small" pitchFamily="2" charset="0"/>
              </a:rPr>
              <a:t>min_samples_split</a:t>
            </a:r>
            <a:r>
              <a:rPr lang="en-IN" sz="2000" dirty="0">
                <a:latin typeface="Segoe UI Variable Small" pitchFamily="2" charset="0"/>
              </a:rPr>
              <a:t>’: 7</a:t>
            </a:r>
          </a:p>
          <a:p>
            <a:pPr lvl="2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'</a:t>
            </a:r>
            <a:r>
              <a:rPr lang="en-IN" sz="2000" dirty="0" err="1">
                <a:latin typeface="Segoe UI Variable Small" pitchFamily="2" charset="0"/>
              </a:rPr>
              <a:t>n_estimators</a:t>
            </a:r>
            <a:r>
              <a:rPr lang="en-IN" sz="2000" dirty="0">
                <a:latin typeface="Segoe UI Variable Small" pitchFamily="2" charset="0"/>
              </a:rPr>
              <a:t>': 200</a:t>
            </a:r>
            <a:endParaRPr lang="en-IN" b="1" dirty="0">
              <a:latin typeface="Segoe UI Variable Small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C59C4B-91C9-9CE3-3190-94E7200C9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012" y="2641872"/>
            <a:ext cx="4124901" cy="1295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B71B61-5326-7F12-4D18-B6EB08F4EDFA}"/>
              </a:ext>
            </a:extLst>
          </p:cNvPr>
          <p:cNvSpPr txBox="1"/>
          <p:nvPr/>
        </p:nvSpPr>
        <p:spPr>
          <a:xfrm>
            <a:off x="6977326" y="2637599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Classification report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0E822-7CF8-3921-9CD2-8210191C0DAB}"/>
              </a:ext>
            </a:extLst>
          </p:cNvPr>
          <p:cNvSpPr txBox="1"/>
          <p:nvPr/>
        </p:nvSpPr>
        <p:spPr>
          <a:xfrm>
            <a:off x="7084836" y="6414626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Confusion matrix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445C1F-6B7F-F497-0912-2F4EE17A4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546" y="940778"/>
            <a:ext cx="4802364" cy="1696815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2917B197-91FF-F0F8-B846-FEF321C52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798" y="3143795"/>
            <a:ext cx="4593187" cy="33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Introduction to Gradient Boosting Machines (GBM): A Powerful Ensemble  Technique">
            <a:extLst>
              <a:ext uri="{FF2B5EF4-FFF2-40B4-BE49-F238E27FC236}">
                <a16:creationId xmlns:a16="http://schemas.microsoft.com/office/drawing/2014/main" id="{24D40B9C-18E0-ED9E-334A-9D75E8D85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25"/>
          <a:stretch/>
        </p:blipFill>
        <p:spPr bwMode="auto">
          <a:xfrm>
            <a:off x="7527255" y="240050"/>
            <a:ext cx="1050687" cy="39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89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Stacked model (Gradient Boosting + Random Forest)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87A7CEE-FFEA-3DD5-5D1A-B368D2CCBF7E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156B9A9-3B99-D5A4-50CF-2CBAB781D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23" y="1550420"/>
            <a:ext cx="11686903" cy="375715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365DB4B-FF51-89C1-F78B-3121746722DA}"/>
              </a:ext>
            </a:extLst>
          </p:cNvPr>
          <p:cNvGrpSpPr/>
          <p:nvPr/>
        </p:nvGrpSpPr>
        <p:grpSpPr>
          <a:xfrm>
            <a:off x="9794531" y="76712"/>
            <a:ext cx="1195687" cy="731966"/>
            <a:chOff x="2876139" y="1618564"/>
            <a:chExt cx="3496498" cy="241476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2C3F220-23FC-5B27-046C-C7E45BC389C4}"/>
                </a:ext>
              </a:extLst>
            </p:cNvPr>
            <p:cNvGrpSpPr/>
            <p:nvPr/>
          </p:nvGrpSpPr>
          <p:grpSpPr>
            <a:xfrm>
              <a:off x="2876139" y="2501506"/>
              <a:ext cx="3496498" cy="1531822"/>
              <a:chOff x="7978468" y="2720185"/>
              <a:chExt cx="3496498" cy="1531822"/>
            </a:xfrm>
          </p:grpSpPr>
          <p:pic>
            <p:nvPicPr>
              <p:cNvPr id="15" name="Picture 10" descr="Introduction to Gradient Boosting Machines (GBM): A Powerful Ensemble  Technique">
                <a:extLst>
                  <a:ext uri="{FF2B5EF4-FFF2-40B4-BE49-F238E27FC236}">
                    <a16:creationId xmlns:a16="http://schemas.microsoft.com/office/drawing/2014/main" id="{8A6EB640-F51C-0A6F-BB52-534C3152F4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7870"/>
              <a:stretch/>
            </p:blipFill>
            <p:spPr bwMode="auto">
              <a:xfrm>
                <a:off x="9635824" y="3056444"/>
                <a:ext cx="1839142" cy="7406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random forest algorithm color icon vector illustration 39202122 Vector Art  at Vecteezy">
                <a:extLst>
                  <a:ext uri="{FF2B5EF4-FFF2-40B4-BE49-F238E27FC236}">
                    <a16:creationId xmlns:a16="http://schemas.microsoft.com/office/drawing/2014/main" id="{5F8C1E1F-D533-924F-D970-13797574B5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8468" y="2720185"/>
                <a:ext cx="1531822" cy="15318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18" descr="Stacked files - Free interface icons">
              <a:extLst>
                <a:ext uri="{FF2B5EF4-FFF2-40B4-BE49-F238E27FC236}">
                  <a16:creationId xmlns:a16="http://schemas.microsoft.com/office/drawing/2014/main" id="{92B406BB-C8B2-C632-6EDC-BFBDC4C11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8213" y="1618564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66253E18-5D3F-EB0B-FAEB-E8A4FBEFD2D3}"/>
                </a:ext>
              </a:extLst>
            </p:cNvPr>
            <p:cNvSpPr/>
            <p:nvPr/>
          </p:nvSpPr>
          <p:spPr>
            <a:xfrm>
              <a:off x="4215110" y="2982211"/>
              <a:ext cx="228600" cy="228600"/>
            </a:xfrm>
            <a:prstGeom prst="plus">
              <a:avLst>
                <a:gd name="adj" fmla="val 433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8706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Stacked model (Gradient Boosting + Random Forest)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87A7CEE-FFEA-3DD5-5D1A-B368D2CCBF7E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C96BEC-96FD-BAC2-87C7-E6D9FE05F036}"/>
              </a:ext>
            </a:extLst>
          </p:cNvPr>
          <p:cNvSpPr txBox="1"/>
          <p:nvPr/>
        </p:nvSpPr>
        <p:spPr>
          <a:xfrm>
            <a:off x="516934" y="2141245"/>
            <a:ext cx="6352656" cy="143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RF model: 68.8%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GB model: 67.8%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Segoe UI Variable Small" pitchFamily="2" charset="0"/>
              </a:rPr>
              <a:t>Stacking Ensemble Accuracy: 68.93%</a:t>
            </a:r>
            <a:endParaRPr lang="en-IN" sz="2400" b="1" dirty="0">
              <a:latin typeface="Segoe UI Variable Small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B71B61-5326-7F12-4D18-B6EB08F4EDFA}"/>
              </a:ext>
            </a:extLst>
          </p:cNvPr>
          <p:cNvSpPr txBox="1"/>
          <p:nvPr/>
        </p:nvSpPr>
        <p:spPr>
          <a:xfrm>
            <a:off x="6977326" y="2637599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Classification report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0E822-7CF8-3921-9CD2-8210191C0DAB}"/>
              </a:ext>
            </a:extLst>
          </p:cNvPr>
          <p:cNvSpPr txBox="1"/>
          <p:nvPr/>
        </p:nvSpPr>
        <p:spPr>
          <a:xfrm>
            <a:off x="7084836" y="6414626"/>
            <a:ext cx="4990011" cy="438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25000"/>
              </a:lnSpc>
            </a:pPr>
            <a:r>
              <a:rPr lang="en-IN" sz="2000" dirty="0">
                <a:latin typeface="Segoe UI Variable Small" pitchFamily="2" charset="0"/>
              </a:rPr>
              <a:t>Confusion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348B5-4892-55FD-8ED4-BAE25891E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798" y="877581"/>
            <a:ext cx="4707515" cy="1760017"/>
          </a:xfrm>
          <a:prstGeom prst="rect">
            <a:avLst/>
          </a:prstGeom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2A4B73C4-51EF-D8D4-B600-A1AD27D4E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"/>
          <a:stretch/>
        </p:blipFill>
        <p:spPr bwMode="auto">
          <a:xfrm>
            <a:off x="7106186" y="3103512"/>
            <a:ext cx="4732289" cy="338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1320961-19F6-560E-9D88-73B9D7B534AF}"/>
              </a:ext>
            </a:extLst>
          </p:cNvPr>
          <p:cNvGrpSpPr/>
          <p:nvPr/>
        </p:nvGrpSpPr>
        <p:grpSpPr>
          <a:xfrm>
            <a:off x="9794531" y="76712"/>
            <a:ext cx="1195687" cy="731966"/>
            <a:chOff x="2876139" y="1618564"/>
            <a:chExt cx="3496498" cy="241476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4AE9A1-2E5D-543D-C69A-42606C038AA8}"/>
                </a:ext>
              </a:extLst>
            </p:cNvPr>
            <p:cNvGrpSpPr/>
            <p:nvPr/>
          </p:nvGrpSpPr>
          <p:grpSpPr>
            <a:xfrm>
              <a:off x="2876139" y="2501506"/>
              <a:ext cx="3496498" cy="1531822"/>
              <a:chOff x="7978468" y="2720185"/>
              <a:chExt cx="3496498" cy="1531822"/>
            </a:xfrm>
          </p:grpSpPr>
          <p:pic>
            <p:nvPicPr>
              <p:cNvPr id="19" name="Picture 10" descr="Introduction to Gradient Boosting Machines (GBM): A Powerful Ensemble  Technique">
                <a:extLst>
                  <a:ext uri="{FF2B5EF4-FFF2-40B4-BE49-F238E27FC236}">
                    <a16:creationId xmlns:a16="http://schemas.microsoft.com/office/drawing/2014/main" id="{A89A64FA-4A85-018D-ADB5-C07A78A64F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7870"/>
              <a:stretch/>
            </p:blipFill>
            <p:spPr bwMode="auto">
              <a:xfrm>
                <a:off x="9635824" y="3056444"/>
                <a:ext cx="1839142" cy="7406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2" descr="random forest algorithm color icon vector illustration 39202122 Vector Art  at Vecteezy">
                <a:extLst>
                  <a:ext uri="{FF2B5EF4-FFF2-40B4-BE49-F238E27FC236}">
                    <a16:creationId xmlns:a16="http://schemas.microsoft.com/office/drawing/2014/main" id="{811E374E-4D38-FFEF-B0C9-4B6CDA7F55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8468" y="2720185"/>
                <a:ext cx="1531822" cy="15318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5" name="Picture 18" descr="Stacked files - Free interface icons">
              <a:extLst>
                <a:ext uri="{FF2B5EF4-FFF2-40B4-BE49-F238E27FC236}">
                  <a16:creationId xmlns:a16="http://schemas.microsoft.com/office/drawing/2014/main" id="{FAA298D6-5A1F-D4A8-B214-3C37A5D4C8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8213" y="1618564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727A84C5-3AD2-33C2-4C11-098DC36F0EE6}"/>
                </a:ext>
              </a:extLst>
            </p:cNvPr>
            <p:cNvSpPr/>
            <p:nvPr/>
          </p:nvSpPr>
          <p:spPr>
            <a:xfrm>
              <a:off x="4215110" y="2982211"/>
              <a:ext cx="228600" cy="228600"/>
            </a:xfrm>
            <a:prstGeom prst="plus">
              <a:avLst>
                <a:gd name="adj" fmla="val 433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5428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Conclusion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39E177-BF84-874F-D522-CFD07A013768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92CE94-F054-8526-015F-A7B1D718AE78}"/>
              </a:ext>
            </a:extLst>
          </p:cNvPr>
          <p:cNvGrpSpPr/>
          <p:nvPr/>
        </p:nvGrpSpPr>
        <p:grpSpPr>
          <a:xfrm>
            <a:off x="2073577" y="4848980"/>
            <a:ext cx="2177561" cy="1741958"/>
            <a:chOff x="933366" y="4372244"/>
            <a:chExt cx="2637911" cy="2272487"/>
          </a:xfrm>
        </p:grpSpPr>
        <p:pic>
          <p:nvPicPr>
            <p:cNvPr id="4110" name="Picture 14" descr="Analysis, prediction, regression, stat, trend icon - Download on Iconfinder">
              <a:extLst>
                <a:ext uri="{FF2B5EF4-FFF2-40B4-BE49-F238E27FC236}">
                  <a16:creationId xmlns:a16="http://schemas.microsoft.com/office/drawing/2014/main" id="{D325C895-4D02-B4C3-C541-463904A36D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3703" y="4372244"/>
              <a:ext cx="1436914" cy="1436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893781-73C5-6285-1D00-1D0B3327E6A9}"/>
                </a:ext>
              </a:extLst>
            </p:cNvPr>
            <p:cNvSpPr txBox="1"/>
            <p:nvPr/>
          </p:nvSpPr>
          <p:spPr>
            <a:xfrm>
              <a:off x="933366" y="5801554"/>
              <a:ext cx="2637911" cy="8431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Segoe UI Variable Small" pitchFamily="2" charset="0"/>
                </a:rPr>
                <a:t>Logistic regression  62.9%</a:t>
              </a:r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608A5F-5CE6-6C20-D457-F11B4C9522B0}"/>
              </a:ext>
            </a:extLst>
          </p:cNvPr>
          <p:cNvGrpSpPr/>
          <p:nvPr/>
        </p:nvGrpSpPr>
        <p:grpSpPr>
          <a:xfrm>
            <a:off x="4322031" y="4887413"/>
            <a:ext cx="2298985" cy="1427874"/>
            <a:chOff x="5510093" y="4478849"/>
            <a:chExt cx="2692277" cy="1891445"/>
          </a:xfrm>
        </p:grpSpPr>
        <p:pic>
          <p:nvPicPr>
            <p:cNvPr id="4106" name="Picture 10" descr="Introduction to Gradient Boosting Machines (GBM): A Powerful Ensemble  Technique">
              <a:extLst>
                <a:ext uri="{FF2B5EF4-FFF2-40B4-BE49-F238E27FC236}">
                  <a16:creationId xmlns:a16="http://schemas.microsoft.com/office/drawing/2014/main" id="{B7634203-D9DF-4333-149D-B3F3758555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8725"/>
            <a:stretch/>
          </p:blipFill>
          <p:spPr bwMode="auto">
            <a:xfrm>
              <a:off x="5601964" y="4478849"/>
              <a:ext cx="2600406" cy="111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2C71C6-1E4A-39B3-E6B7-ED18DDD096A6}"/>
                </a:ext>
              </a:extLst>
            </p:cNvPr>
            <p:cNvSpPr txBox="1"/>
            <p:nvPr/>
          </p:nvSpPr>
          <p:spPr>
            <a:xfrm>
              <a:off x="5510093" y="5514126"/>
              <a:ext cx="2637219" cy="856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Segoe UI Variable Small" pitchFamily="2" charset="0"/>
                </a:rPr>
                <a:t>Gradient boosting</a:t>
              </a:r>
            </a:p>
            <a:p>
              <a:pPr algn="ctr"/>
              <a:r>
                <a:rPr lang="en-US" dirty="0">
                  <a:latin typeface="Segoe UI Variable Small" pitchFamily="2" charset="0"/>
                </a:rPr>
                <a:t>67.46%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6F8D9A-0546-4A0B-5A82-CD5B2C830071}"/>
              </a:ext>
            </a:extLst>
          </p:cNvPr>
          <p:cNvGrpSpPr/>
          <p:nvPr/>
        </p:nvGrpSpPr>
        <p:grpSpPr>
          <a:xfrm>
            <a:off x="8834443" y="3482096"/>
            <a:ext cx="2435216" cy="2661304"/>
            <a:chOff x="9627189" y="4294814"/>
            <a:chExt cx="1937345" cy="2270533"/>
          </a:xfrm>
        </p:grpSpPr>
        <p:pic>
          <p:nvPicPr>
            <p:cNvPr id="4098" name="Picture 2" descr="random forest algorithm color icon vector illustration 39202122 Vector Art  at Vecteezy">
              <a:extLst>
                <a:ext uri="{FF2B5EF4-FFF2-40B4-BE49-F238E27FC236}">
                  <a16:creationId xmlns:a16="http://schemas.microsoft.com/office/drawing/2014/main" id="{DD639D87-BD06-68CC-324F-05AD0816D2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50" t="11101" r="12495" b="13845"/>
            <a:stretch/>
          </p:blipFill>
          <p:spPr bwMode="auto">
            <a:xfrm>
              <a:off x="9697425" y="4294814"/>
              <a:ext cx="1745982" cy="1745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C5E42B-B8B4-72BD-22AF-2EA6F156F7AA}"/>
                </a:ext>
              </a:extLst>
            </p:cNvPr>
            <p:cNvSpPr txBox="1"/>
            <p:nvPr/>
          </p:nvSpPr>
          <p:spPr>
            <a:xfrm>
              <a:off x="9627189" y="5919016"/>
              <a:ext cx="193734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Segoe UI Variable Small" pitchFamily="2" charset="0"/>
                </a:rPr>
                <a:t>Random Forest</a:t>
              </a:r>
            </a:p>
            <a:p>
              <a:pPr algn="ctr"/>
              <a:r>
                <a:rPr lang="en-US" dirty="0">
                  <a:latin typeface="Segoe UI Variable Small" pitchFamily="2" charset="0"/>
                </a:rPr>
                <a:t>68.43%</a:t>
              </a:r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771169-50AD-CCED-AC4C-CB150FD33C46}"/>
              </a:ext>
            </a:extLst>
          </p:cNvPr>
          <p:cNvGrpSpPr/>
          <p:nvPr/>
        </p:nvGrpSpPr>
        <p:grpSpPr>
          <a:xfrm>
            <a:off x="6745823" y="4176229"/>
            <a:ext cx="2132763" cy="1975061"/>
            <a:chOff x="2876138" y="1618564"/>
            <a:chExt cx="3896663" cy="338589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FA2601-E378-E099-D692-0FB532F66AA9}"/>
                </a:ext>
              </a:extLst>
            </p:cNvPr>
            <p:cNvGrpSpPr/>
            <p:nvPr/>
          </p:nvGrpSpPr>
          <p:grpSpPr>
            <a:xfrm>
              <a:off x="2876138" y="2501506"/>
              <a:ext cx="3896663" cy="2502951"/>
              <a:chOff x="7978467" y="2720185"/>
              <a:chExt cx="3896663" cy="2502951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5F407BF-B4A5-6AA3-7A2D-17B7CC5D7E1D}"/>
                  </a:ext>
                </a:extLst>
              </p:cNvPr>
              <p:cNvGrpSpPr/>
              <p:nvPr/>
            </p:nvGrpSpPr>
            <p:grpSpPr>
              <a:xfrm>
                <a:off x="7978467" y="3056445"/>
                <a:ext cx="3896663" cy="2166691"/>
                <a:chOff x="5039573" y="5064982"/>
                <a:chExt cx="3896663" cy="2166691"/>
              </a:xfrm>
            </p:grpSpPr>
            <p:pic>
              <p:nvPicPr>
                <p:cNvPr id="16" name="Picture 10" descr="Introduction to Gradient Boosting Machines (GBM): A Powerful Ensemble  Technique">
                  <a:extLst>
                    <a:ext uri="{FF2B5EF4-FFF2-40B4-BE49-F238E27FC236}">
                      <a16:creationId xmlns:a16="http://schemas.microsoft.com/office/drawing/2014/main" id="{2C0B6CE2-79C6-7DDE-6EB9-A71A0DC5E22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D9C3A5">
                      <a:tint val="50000"/>
                      <a:satMod val="18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17870"/>
                <a:stretch/>
              </p:blipFill>
              <p:spPr bwMode="auto">
                <a:xfrm>
                  <a:off x="6696929" y="5064982"/>
                  <a:ext cx="1839143" cy="74069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E3EFF62-AC39-C9F9-3BFA-5C041E5954DD}"/>
                    </a:ext>
                  </a:extLst>
                </p:cNvPr>
                <p:cNvSpPr txBox="1"/>
                <p:nvPr/>
              </p:nvSpPr>
              <p:spPr>
                <a:xfrm>
                  <a:off x="5039573" y="6123653"/>
                  <a:ext cx="3896663" cy="11080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800" dirty="0">
                      <a:latin typeface="Segoe UI Variable Small" pitchFamily="2" charset="0"/>
                    </a:rPr>
                    <a:t>Stacked model</a:t>
                  </a:r>
                </a:p>
                <a:p>
                  <a:pPr algn="ctr"/>
                  <a:r>
                    <a:rPr lang="en-US" dirty="0">
                      <a:latin typeface="Segoe UI Variable Small" pitchFamily="2" charset="0"/>
                    </a:rPr>
                    <a:t>68.9%</a:t>
                  </a:r>
                  <a:endParaRPr lang="en-US" dirty="0"/>
                </a:p>
              </p:txBody>
            </p:sp>
          </p:grpSp>
          <p:pic>
            <p:nvPicPr>
              <p:cNvPr id="18" name="Picture 2" descr="random forest algorithm color icon vector illustration 39202122 Vector Art  at Vecteezy">
                <a:extLst>
                  <a:ext uri="{FF2B5EF4-FFF2-40B4-BE49-F238E27FC236}">
                    <a16:creationId xmlns:a16="http://schemas.microsoft.com/office/drawing/2014/main" id="{C091AC48-3997-D593-ECB7-456CA08C9A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8468" y="2720185"/>
                <a:ext cx="1531822" cy="15318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114" name="Picture 18" descr="Stacked files - Free interface icons">
              <a:extLst>
                <a:ext uri="{FF2B5EF4-FFF2-40B4-BE49-F238E27FC236}">
                  <a16:creationId xmlns:a16="http://schemas.microsoft.com/office/drawing/2014/main" id="{D748E700-1122-FCB1-AF2B-340FD22DBE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8213" y="1618564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Cross 4">
              <a:extLst>
                <a:ext uri="{FF2B5EF4-FFF2-40B4-BE49-F238E27FC236}">
                  <a16:creationId xmlns:a16="http://schemas.microsoft.com/office/drawing/2014/main" id="{5C9E4F99-95D2-1C3C-EDA7-08F1E86C21E0}"/>
                </a:ext>
              </a:extLst>
            </p:cNvPr>
            <p:cNvSpPr/>
            <p:nvPr/>
          </p:nvSpPr>
          <p:spPr>
            <a:xfrm>
              <a:off x="4215110" y="2982211"/>
              <a:ext cx="228600" cy="228600"/>
            </a:xfrm>
            <a:prstGeom prst="plus">
              <a:avLst>
                <a:gd name="adj" fmla="val 433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5756F58-CAC2-3990-5891-4F1339299DAC}"/>
              </a:ext>
            </a:extLst>
          </p:cNvPr>
          <p:cNvGrpSpPr/>
          <p:nvPr/>
        </p:nvGrpSpPr>
        <p:grpSpPr>
          <a:xfrm>
            <a:off x="579367" y="5414230"/>
            <a:ext cx="1311855" cy="1341717"/>
            <a:chOff x="689715" y="4616898"/>
            <a:chExt cx="1621856" cy="176225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A375782-1BD0-CC49-8E0E-75892BF638A8}"/>
                </a:ext>
              </a:extLst>
            </p:cNvPr>
            <p:cNvGrpSpPr/>
            <p:nvPr/>
          </p:nvGrpSpPr>
          <p:grpSpPr>
            <a:xfrm>
              <a:off x="689715" y="4616898"/>
              <a:ext cx="1621856" cy="1762257"/>
              <a:chOff x="3442607" y="4372244"/>
              <a:chExt cx="1621856" cy="1762257"/>
            </a:xfrm>
          </p:grpSpPr>
          <p:pic>
            <p:nvPicPr>
              <p:cNvPr id="4100" name="Picture 4" descr="SVM Icons - Free SVG &amp; PNG SVM Images - Noun Project">
                <a:extLst>
                  <a:ext uri="{FF2B5EF4-FFF2-40B4-BE49-F238E27FC236}">
                    <a16:creationId xmlns:a16="http://schemas.microsoft.com/office/drawing/2014/main" id="{B21BDF28-11DF-3F4B-84A6-817C52D3C1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43" t="5100" r="7314" b="10756"/>
              <a:stretch/>
            </p:blipFill>
            <p:spPr bwMode="auto">
              <a:xfrm>
                <a:off x="3442607" y="4372244"/>
                <a:ext cx="1511213" cy="15112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444526-9D42-9845-EAF9-5C57BF3F9FB0}"/>
                  </a:ext>
                </a:extLst>
              </p:cNvPr>
              <p:cNvSpPr txBox="1"/>
              <p:nvPr/>
            </p:nvSpPr>
            <p:spPr>
              <a:xfrm>
                <a:off x="3788433" y="5649408"/>
                <a:ext cx="1276030" cy="485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Segoe UI Variable Small" pitchFamily="2" charset="0"/>
                  </a:rPr>
                  <a:t>SVM</a:t>
                </a:r>
                <a:endParaRPr lang="en-US" dirty="0"/>
              </a:p>
            </p:txBody>
          </p:sp>
        </p:grpSp>
        <p:pic>
          <p:nvPicPr>
            <p:cNvPr id="17410" name="Picture 2" descr="Red X Mark Vector Art, Icons, and Graphics for Free Download">
              <a:extLst>
                <a:ext uri="{FF2B5EF4-FFF2-40B4-BE49-F238E27FC236}">
                  <a16:creationId xmlns:a16="http://schemas.microsoft.com/office/drawing/2014/main" id="{65226D5B-1419-B7AC-2DA8-8897176A8D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550" y="4954823"/>
              <a:ext cx="790176" cy="790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412" name="Picture 4" descr="Trophy - Free education icons">
            <a:extLst>
              <a:ext uri="{FF2B5EF4-FFF2-40B4-BE49-F238E27FC236}">
                <a16:creationId xmlns:a16="http://schemas.microsoft.com/office/drawing/2014/main" id="{FED47D56-73F3-FAB6-2F88-3CFAAFAAC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591" y="2438357"/>
            <a:ext cx="1661626" cy="166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EBFE66-B64D-3188-2577-AC07C4909995}"/>
              </a:ext>
            </a:extLst>
          </p:cNvPr>
          <p:cNvSpPr txBox="1"/>
          <p:nvPr/>
        </p:nvSpPr>
        <p:spPr>
          <a:xfrm>
            <a:off x="579367" y="1186270"/>
            <a:ext cx="10358599" cy="216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Segoe UI Variable Small" pitchFamily="2" charset="0"/>
              </a:rPr>
              <a:t>Random Forest, Gradient Boosting </a:t>
            </a:r>
            <a:r>
              <a:rPr lang="en-US" sz="2200" dirty="0">
                <a:latin typeface="Segoe UI Variable Small" pitchFamily="2" charset="0"/>
              </a:rPr>
              <a:t>and their </a:t>
            </a:r>
            <a:r>
              <a:rPr lang="en-US" sz="2200" b="1" dirty="0">
                <a:latin typeface="Segoe UI Variable Small" pitchFamily="2" charset="0"/>
              </a:rPr>
              <a:t>Stacked model </a:t>
            </a:r>
            <a:r>
              <a:rPr lang="en-US" sz="2200" dirty="0">
                <a:latin typeface="Segoe UI Variable Small" pitchFamily="2" charset="0"/>
              </a:rPr>
              <a:t>(RF+GB) performed the best.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But the stacked model does not significantly boost the accuracy to justify its complexity.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Thus we choose </a:t>
            </a:r>
            <a:r>
              <a:rPr lang="en-US" sz="2200" b="1" dirty="0">
                <a:latin typeface="Segoe UI Variable Small" pitchFamily="2" charset="0"/>
              </a:rPr>
              <a:t>Random Forest </a:t>
            </a:r>
            <a:r>
              <a:rPr lang="en-US" sz="2200" dirty="0">
                <a:latin typeface="Segoe UI Variable Small" pitchFamily="2" charset="0"/>
              </a:rPr>
              <a:t>to be our best model for the data!</a:t>
            </a:r>
            <a:r>
              <a:rPr lang="en-IN" sz="2200" dirty="0">
                <a:latin typeface="Segoe UI Variable Small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0389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5542D2-2ABA-C41C-7666-9132821C12B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 Variable Text Semibold" pitchFamily="2" charset="0"/>
              </a:rPr>
              <a:t>Scope for future work</a:t>
            </a:r>
            <a:endParaRPr lang="en-IN" sz="2400" dirty="0">
              <a:latin typeface="Segoe UI Variable Text Semibold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39E177-BF84-874F-D522-CFD07A013768}"/>
              </a:ext>
            </a:extLst>
          </p:cNvPr>
          <p:cNvCxnSpPr>
            <a:cxnSpLocks/>
          </p:cNvCxnSpPr>
          <p:nvPr/>
        </p:nvCxnSpPr>
        <p:spPr>
          <a:xfrm flipH="1">
            <a:off x="3352800" y="739775"/>
            <a:ext cx="546898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DEBFE66-B64D-3188-2577-AC07C4909995}"/>
              </a:ext>
            </a:extLst>
          </p:cNvPr>
          <p:cNvSpPr txBox="1"/>
          <p:nvPr/>
        </p:nvSpPr>
        <p:spPr>
          <a:xfrm>
            <a:off x="579367" y="1186270"/>
            <a:ext cx="10358599" cy="4093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Use of more data – more countries, larger periods of time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Feature selection for better accuracy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Use NLP on title, description, comments to understand if they may be </a:t>
            </a:r>
            <a:r>
              <a:rPr lang="en-US" sz="2200">
                <a:latin typeface="Segoe UI Variable Small" pitchFamily="2" charset="0"/>
              </a:rPr>
              <a:t>contributing features</a:t>
            </a:r>
            <a:endParaRPr lang="en-US" sz="2200" dirty="0">
              <a:latin typeface="Segoe UI Variable Small" pitchFamily="2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Segoe UI Variable Small" pitchFamily="2" charset="0"/>
              </a:rPr>
              <a:t>Multi-classifier model 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 Variable Small" pitchFamily="2" charset="0"/>
              </a:rPr>
              <a:t>Common repeats (1-2)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 Variable Small" pitchFamily="2" charset="0"/>
              </a:rPr>
              <a:t>Rare repeats (3-7)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 Variable Small" pitchFamily="2" charset="0"/>
              </a:rPr>
              <a:t>Epic repeats (8-15)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 Variable Small" pitchFamily="2" charset="0"/>
              </a:rPr>
              <a:t>Legendary repeats (&gt;15)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Segoe UI Variable Sma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493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1190</Words>
  <Application>Microsoft Office PowerPoint</Application>
  <PresentationFormat>Widescreen</PresentationFormat>
  <Paragraphs>211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-apple-system</vt:lpstr>
      <vt:lpstr>Arial</vt:lpstr>
      <vt:lpstr>Calibri</vt:lpstr>
      <vt:lpstr>Calibri Light</vt:lpstr>
      <vt:lpstr>Courier New</vt:lpstr>
      <vt:lpstr>Segoe UI Variable Small</vt:lpstr>
      <vt:lpstr>Segoe UI Variable Text Semibold</vt:lpstr>
      <vt:lpstr>Office Theme</vt:lpstr>
      <vt:lpstr>Predicting Videos That Stay Trending A Closer Look At YouTube’s Frequently Trending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Modelling – Supervised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Thampi</dc:creator>
  <cp:lastModifiedBy>Thampi, Rohan</cp:lastModifiedBy>
  <cp:revision>12</cp:revision>
  <dcterms:created xsi:type="dcterms:W3CDTF">2025-01-24T00:45:47Z</dcterms:created>
  <dcterms:modified xsi:type="dcterms:W3CDTF">2025-05-29T18:55:34Z</dcterms:modified>
</cp:coreProperties>
</file>