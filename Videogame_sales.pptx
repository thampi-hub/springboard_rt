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6" r:id="rId2"/>
    <p:sldId id="267" r:id="rId3"/>
    <p:sldId id="259" r:id="rId4"/>
    <p:sldId id="269" r:id="rId5"/>
    <p:sldId id="257" r:id="rId6"/>
    <p:sldId id="261" r:id="rId7"/>
    <p:sldId id="262" r:id="rId8"/>
    <p:sldId id="260" r:id="rId9"/>
    <p:sldId id="270" r:id="rId10"/>
    <p:sldId id="263" r:id="rId11"/>
    <p:sldId id="264" r:id="rId12"/>
    <p:sldId id="265" r:id="rId13"/>
    <p:sldId id="266"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F9EA0"/>
    <a:srgbClr val="B0DC68"/>
    <a:srgbClr val="79CAB0"/>
    <a:srgbClr val="FC8C61"/>
    <a:srgbClr val="ECF6DB"/>
    <a:srgbClr val="212D4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1046" autoAdjust="0"/>
  </p:normalViewPr>
  <p:slideViewPr>
    <p:cSldViewPr snapToGrid="0">
      <p:cViewPr varScale="1">
        <p:scale>
          <a:sx n="86" d="100"/>
          <a:sy n="86" d="100"/>
        </p:scale>
        <p:origin x="1470"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1D61844-6A09-4E32-9B36-DD71518F9A0A}" type="datetimeFigureOut">
              <a:rPr lang="en-IN" smtClean="0"/>
              <a:t>31-01-2025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6D91A32-42CA-428D-9239-38ED2D08DF08}" type="slidenum">
              <a:rPr lang="en-IN" smtClean="0"/>
              <a:t>‹#›</a:t>
            </a:fld>
            <a:endParaRPr lang="en-IN"/>
          </a:p>
        </p:txBody>
      </p:sp>
    </p:spTree>
    <p:extLst>
      <p:ext uri="{BB962C8B-B14F-4D97-AF65-F5344CB8AC3E}">
        <p14:creationId xmlns:p14="http://schemas.microsoft.com/office/powerpoint/2010/main" val="29092676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In order to tell a story, I needed a personal starting point – video games!</a:t>
            </a:r>
          </a:p>
          <a:p>
            <a:r>
              <a:rPr lang="en-IN" dirty="0"/>
              <a:t>I’ve been an avid gamer since middle school with my brother, playing on ----</a:t>
            </a:r>
          </a:p>
          <a:p>
            <a:r>
              <a:rPr lang="en-IN" dirty="0"/>
              <a:t>Always wondered how people made money by making video games that my mom called “waste of time”</a:t>
            </a:r>
          </a:p>
          <a:p>
            <a:r>
              <a:rPr lang="en-IN" dirty="0"/>
              <a:t>So I found dataset of top games released since early 1980s, trying to understand the success of this business</a:t>
            </a:r>
          </a:p>
        </p:txBody>
      </p:sp>
      <p:sp>
        <p:nvSpPr>
          <p:cNvPr id="4" name="Slide Number Placeholder 3"/>
          <p:cNvSpPr>
            <a:spLocks noGrp="1"/>
          </p:cNvSpPr>
          <p:nvPr>
            <p:ph type="sldNum" sz="quarter" idx="5"/>
          </p:nvPr>
        </p:nvSpPr>
        <p:spPr/>
        <p:txBody>
          <a:bodyPr/>
          <a:lstStyle/>
          <a:p>
            <a:fld id="{36D91A32-42CA-428D-9239-38ED2D08DF08}" type="slidenum">
              <a:rPr lang="en-IN" smtClean="0"/>
              <a:t>2</a:t>
            </a:fld>
            <a:endParaRPr lang="en-IN"/>
          </a:p>
        </p:txBody>
      </p:sp>
    </p:spTree>
    <p:extLst>
      <p:ext uri="{BB962C8B-B14F-4D97-AF65-F5344CB8AC3E}">
        <p14:creationId xmlns:p14="http://schemas.microsoft.com/office/powerpoint/2010/main" val="25478461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My starting point to dig into the data was get a brief overview. With about 16500 records, with 11.5k games across 579 publishers and 31 platforms, I needed to get a better idea of the “best” ones.</a:t>
            </a:r>
          </a:p>
        </p:txBody>
      </p:sp>
      <p:sp>
        <p:nvSpPr>
          <p:cNvPr id="4" name="Slide Number Placeholder 3"/>
          <p:cNvSpPr>
            <a:spLocks noGrp="1"/>
          </p:cNvSpPr>
          <p:nvPr>
            <p:ph type="sldNum" sz="quarter" idx="5"/>
          </p:nvPr>
        </p:nvSpPr>
        <p:spPr/>
        <p:txBody>
          <a:bodyPr/>
          <a:lstStyle/>
          <a:p>
            <a:fld id="{36D91A32-42CA-428D-9239-38ED2D08DF08}" type="slidenum">
              <a:rPr lang="en-IN" smtClean="0"/>
              <a:t>3</a:t>
            </a:fld>
            <a:endParaRPr lang="en-IN"/>
          </a:p>
        </p:txBody>
      </p:sp>
    </p:spTree>
    <p:extLst>
      <p:ext uri="{BB962C8B-B14F-4D97-AF65-F5344CB8AC3E}">
        <p14:creationId xmlns:p14="http://schemas.microsoft.com/office/powerpoint/2010/main" val="15589357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A boxplot of the global sales told me that the data was very skewed, where most sales were less than 1 million, but had outliers going up to 80 million. </a:t>
            </a:r>
          </a:p>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The lowest is about 0.01 million </a:t>
            </a:r>
            <a:r>
              <a:rPr lang="en-IN" dirty="0" err="1"/>
              <a:t>million</a:t>
            </a:r>
            <a:r>
              <a:rPr lang="en-IN" dirty="0"/>
              <a:t>, while highest goes up to 80 million. The median is about 0.17 and mean at 0.5, with 75% of the data less than 0.5 million</a:t>
            </a:r>
          </a:p>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As my interest is mainly in the ”most” successful games, I wanted to look at the top 20 games that made above 20 million, to see what is so special about them</a:t>
            </a:r>
          </a:p>
          <a:p>
            <a:endParaRPr lang="en-IN" dirty="0"/>
          </a:p>
        </p:txBody>
      </p:sp>
      <p:sp>
        <p:nvSpPr>
          <p:cNvPr id="4" name="Slide Number Placeholder 3"/>
          <p:cNvSpPr>
            <a:spLocks noGrp="1"/>
          </p:cNvSpPr>
          <p:nvPr>
            <p:ph type="sldNum" sz="quarter" idx="5"/>
          </p:nvPr>
        </p:nvSpPr>
        <p:spPr/>
        <p:txBody>
          <a:bodyPr/>
          <a:lstStyle/>
          <a:p>
            <a:fld id="{36D91A32-42CA-428D-9239-38ED2D08DF08}" type="slidenum">
              <a:rPr lang="en-IN" smtClean="0"/>
              <a:t>4</a:t>
            </a:fld>
            <a:endParaRPr lang="en-IN"/>
          </a:p>
        </p:txBody>
      </p:sp>
    </p:spTree>
    <p:extLst>
      <p:ext uri="{BB962C8B-B14F-4D97-AF65-F5344CB8AC3E}">
        <p14:creationId xmlns:p14="http://schemas.microsoft.com/office/powerpoint/2010/main" val="16999996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Here are the top 20 games from that boxplot. Plotting them by their sales, Wii sports clearly is the most earning, double of the second. </a:t>
            </a:r>
          </a:p>
          <a:p>
            <a:r>
              <a:rPr lang="en-IN" dirty="0"/>
              <a:t>--But even excluding this, looking at the top 15, you can see that all of them are by Nintendo. They are across different platforms, like Wii, Gameboy, etc, but they must be doing something right to no leave space for anyone else in the top. </a:t>
            </a:r>
          </a:p>
          <a:p>
            <a:r>
              <a:rPr lang="en-IN" dirty="0"/>
              <a:t>Interestingly GTA 5 made it at 5</a:t>
            </a:r>
            <a:r>
              <a:rPr lang="en-IN" baseline="30000" dirty="0"/>
              <a:t>th</a:t>
            </a:r>
            <a:r>
              <a:rPr lang="en-IN" dirty="0"/>
              <a:t> place in EU Sales, the only non-Nintendo games in top 10 in sales in any region</a:t>
            </a:r>
          </a:p>
        </p:txBody>
      </p:sp>
      <p:sp>
        <p:nvSpPr>
          <p:cNvPr id="4" name="Slide Number Placeholder 3"/>
          <p:cNvSpPr>
            <a:spLocks noGrp="1"/>
          </p:cNvSpPr>
          <p:nvPr>
            <p:ph type="sldNum" sz="quarter" idx="5"/>
          </p:nvPr>
        </p:nvSpPr>
        <p:spPr/>
        <p:txBody>
          <a:bodyPr/>
          <a:lstStyle/>
          <a:p>
            <a:fld id="{36D91A32-42CA-428D-9239-38ED2D08DF08}" type="slidenum">
              <a:rPr lang="en-IN" smtClean="0"/>
              <a:t>5</a:t>
            </a:fld>
            <a:endParaRPr lang="en-IN"/>
          </a:p>
        </p:txBody>
      </p:sp>
    </p:spTree>
    <p:extLst>
      <p:ext uri="{BB962C8B-B14F-4D97-AF65-F5344CB8AC3E}">
        <p14:creationId xmlns:p14="http://schemas.microsoft.com/office/powerpoint/2010/main" val="28742021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As Nintendo is dominating the top 20, I wanted to see what other publishers were make the bestsellers. I wanted to compare what was so different between Nintendo and these top ones. </a:t>
            </a:r>
          </a:p>
          <a:p>
            <a:r>
              <a:rPr lang="en-IN" dirty="0"/>
              <a:t>So I chose these 6 highlighted here</a:t>
            </a:r>
          </a:p>
        </p:txBody>
      </p:sp>
      <p:sp>
        <p:nvSpPr>
          <p:cNvPr id="4" name="Slide Number Placeholder 3"/>
          <p:cNvSpPr>
            <a:spLocks noGrp="1"/>
          </p:cNvSpPr>
          <p:nvPr>
            <p:ph type="sldNum" sz="quarter" idx="5"/>
          </p:nvPr>
        </p:nvSpPr>
        <p:spPr/>
        <p:txBody>
          <a:bodyPr/>
          <a:lstStyle/>
          <a:p>
            <a:fld id="{36D91A32-42CA-428D-9239-38ED2D08DF08}" type="slidenum">
              <a:rPr lang="en-IN" smtClean="0"/>
              <a:t>6</a:t>
            </a:fld>
            <a:endParaRPr lang="en-IN"/>
          </a:p>
        </p:txBody>
      </p:sp>
    </p:spTree>
    <p:extLst>
      <p:ext uri="{BB962C8B-B14F-4D97-AF65-F5344CB8AC3E}">
        <p14:creationId xmlns:p14="http://schemas.microsoft.com/office/powerpoint/2010/main" val="28788105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Looking at the global sales through the years, you can see that Nintendo, in green has had very good years with sales of 205 and 129 million in 2006 and 2009. </a:t>
            </a:r>
          </a:p>
          <a:p>
            <a:r>
              <a:rPr lang="en-IN" dirty="0"/>
              <a:t>While other top publishers like EA and Activision only made a maximum of 85 and 78 million. </a:t>
            </a:r>
          </a:p>
          <a:p>
            <a:r>
              <a:rPr lang="en-IN" dirty="0"/>
              <a:t>They started a few years later than Activision, but consistently had better sales than all other publishers</a:t>
            </a:r>
          </a:p>
        </p:txBody>
      </p:sp>
      <p:sp>
        <p:nvSpPr>
          <p:cNvPr id="4" name="Slide Number Placeholder 3"/>
          <p:cNvSpPr>
            <a:spLocks noGrp="1"/>
          </p:cNvSpPr>
          <p:nvPr>
            <p:ph type="sldNum" sz="quarter" idx="5"/>
          </p:nvPr>
        </p:nvSpPr>
        <p:spPr/>
        <p:txBody>
          <a:bodyPr/>
          <a:lstStyle/>
          <a:p>
            <a:fld id="{36D91A32-42CA-428D-9239-38ED2D08DF08}" type="slidenum">
              <a:rPr lang="en-IN" smtClean="0"/>
              <a:t>7</a:t>
            </a:fld>
            <a:endParaRPr lang="en-IN"/>
          </a:p>
        </p:txBody>
      </p:sp>
    </p:spTree>
    <p:extLst>
      <p:ext uri="{BB962C8B-B14F-4D97-AF65-F5344CB8AC3E}">
        <p14:creationId xmlns:p14="http://schemas.microsoft.com/office/powerpoint/2010/main" val="127909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I thought maybe this would be reflected by number of games released per year, but looking at this graph, you can see that highest games releases in a year are by EA and Activision, while Nintendo only released half the number of games maximum in 2004 and 2006. </a:t>
            </a:r>
          </a:p>
          <a:p>
            <a:r>
              <a:rPr lang="en-IN" dirty="0"/>
              <a:t>So clearly more number of games is not equal to more sales</a:t>
            </a:r>
          </a:p>
          <a:p>
            <a:r>
              <a:rPr lang="en-IN" dirty="0"/>
              <a:t>Interesting to note here is that Activision started off first in 1980 with generic games like Boxing and Ice hockey, while Nintendo’s earliest games in 1983 were Mario Bros and Donkey Kong</a:t>
            </a:r>
          </a:p>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Note that Nintendo released most number of games in 2004, but their sales were very low</a:t>
            </a:r>
          </a:p>
        </p:txBody>
      </p:sp>
      <p:sp>
        <p:nvSpPr>
          <p:cNvPr id="4" name="Slide Number Placeholder 3"/>
          <p:cNvSpPr>
            <a:spLocks noGrp="1"/>
          </p:cNvSpPr>
          <p:nvPr>
            <p:ph type="sldNum" sz="quarter" idx="5"/>
          </p:nvPr>
        </p:nvSpPr>
        <p:spPr/>
        <p:txBody>
          <a:bodyPr/>
          <a:lstStyle/>
          <a:p>
            <a:fld id="{36D91A32-42CA-428D-9239-38ED2D08DF08}" type="slidenum">
              <a:rPr lang="en-IN" smtClean="0"/>
              <a:t>8</a:t>
            </a:fld>
            <a:endParaRPr lang="en-IN"/>
          </a:p>
        </p:txBody>
      </p:sp>
    </p:spTree>
    <p:extLst>
      <p:ext uri="{BB962C8B-B14F-4D97-AF65-F5344CB8AC3E}">
        <p14:creationId xmlns:p14="http://schemas.microsoft.com/office/powerpoint/2010/main" val="18914750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4E4151-FEA8-451C-A3C9-B97FCE20EE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C0E2C8-D2F7-BBC5-8A6A-C01B391977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FDED3C-8AED-5DB5-498E-DA87FFB0858E}"/>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060F0FCA-C556-D2E1-BCD6-66D64348E061}"/>
              </a:ext>
            </a:extLst>
          </p:cNvPr>
          <p:cNvSpPr>
            <a:spLocks noGrp="1"/>
          </p:cNvSpPr>
          <p:nvPr>
            <p:ph type="sldNum" sz="quarter" idx="5"/>
          </p:nvPr>
        </p:nvSpPr>
        <p:spPr/>
        <p:txBody>
          <a:bodyPr/>
          <a:lstStyle/>
          <a:p>
            <a:fld id="{36D91A32-42CA-428D-9239-38ED2D08DF08}" type="slidenum">
              <a:rPr lang="en-IN" smtClean="0"/>
              <a:t>9</a:t>
            </a:fld>
            <a:endParaRPr lang="en-IN"/>
          </a:p>
        </p:txBody>
      </p:sp>
    </p:spTree>
    <p:extLst>
      <p:ext uri="{BB962C8B-B14F-4D97-AF65-F5344CB8AC3E}">
        <p14:creationId xmlns:p14="http://schemas.microsoft.com/office/powerpoint/2010/main" val="4575821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So taking a look at how Nintendo made such a change from 2004 to 2006 and 2009, here you can see the top selling games in those year. In 2004, their sales were comparatively very low. But in 2006 and 2009, the numbers are much higher. Taking a look at the games themselves, you can see some repetitions. This shows the starting of franchises which contributed to their success, with </a:t>
            </a:r>
            <a:r>
              <a:rPr lang="en-IN" dirty="0" err="1"/>
              <a:t>Pokemon</a:t>
            </a:r>
            <a:r>
              <a:rPr lang="en-IN" dirty="0"/>
              <a:t>, Mario, and Wii. So they knew what was top selling and perfected them through their franchises</a:t>
            </a:r>
          </a:p>
        </p:txBody>
      </p:sp>
      <p:sp>
        <p:nvSpPr>
          <p:cNvPr id="4" name="Slide Number Placeholder 3"/>
          <p:cNvSpPr>
            <a:spLocks noGrp="1"/>
          </p:cNvSpPr>
          <p:nvPr>
            <p:ph type="sldNum" sz="quarter" idx="5"/>
          </p:nvPr>
        </p:nvSpPr>
        <p:spPr/>
        <p:txBody>
          <a:bodyPr/>
          <a:lstStyle/>
          <a:p>
            <a:fld id="{36D91A32-42CA-428D-9239-38ED2D08DF08}" type="slidenum">
              <a:rPr lang="en-IN" smtClean="0"/>
              <a:t>10</a:t>
            </a:fld>
            <a:endParaRPr lang="en-IN"/>
          </a:p>
        </p:txBody>
      </p:sp>
    </p:spTree>
    <p:extLst>
      <p:ext uri="{BB962C8B-B14F-4D97-AF65-F5344CB8AC3E}">
        <p14:creationId xmlns:p14="http://schemas.microsoft.com/office/powerpoint/2010/main" val="21098475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Now just looking at the different types of games that are best selling, you can see these 4 categories are what people are most interested in – Sports, Action, Shooter, Platform</a:t>
            </a:r>
          </a:p>
        </p:txBody>
      </p:sp>
      <p:sp>
        <p:nvSpPr>
          <p:cNvPr id="4" name="Slide Number Placeholder 3"/>
          <p:cNvSpPr>
            <a:spLocks noGrp="1"/>
          </p:cNvSpPr>
          <p:nvPr>
            <p:ph type="sldNum" sz="quarter" idx="5"/>
          </p:nvPr>
        </p:nvSpPr>
        <p:spPr/>
        <p:txBody>
          <a:bodyPr/>
          <a:lstStyle/>
          <a:p>
            <a:fld id="{36D91A32-42CA-428D-9239-38ED2D08DF08}" type="slidenum">
              <a:rPr lang="en-IN" smtClean="0"/>
              <a:t>11</a:t>
            </a:fld>
            <a:endParaRPr lang="en-IN"/>
          </a:p>
        </p:txBody>
      </p:sp>
    </p:spTree>
    <p:extLst>
      <p:ext uri="{BB962C8B-B14F-4D97-AF65-F5344CB8AC3E}">
        <p14:creationId xmlns:p14="http://schemas.microsoft.com/office/powerpoint/2010/main" val="150583915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And you can see that for all 4 of these genres, Nintendo seems to have conquered them all</a:t>
            </a:r>
          </a:p>
        </p:txBody>
      </p:sp>
      <p:sp>
        <p:nvSpPr>
          <p:cNvPr id="4" name="Slide Number Placeholder 3"/>
          <p:cNvSpPr>
            <a:spLocks noGrp="1"/>
          </p:cNvSpPr>
          <p:nvPr>
            <p:ph type="sldNum" sz="quarter" idx="5"/>
          </p:nvPr>
        </p:nvSpPr>
        <p:spPr/>
        <p:txBody>
          <a:bodyPr/>
          <a:lstStyle/>
          <a:p>
            <a:fld id="{36D91A32-42CA-428D-9239-38ED2D08DF08}" type="slidenum">
              <a:rPr lang="en-IN" smtClean="0"/>
              <a:t>12</a:t>
            </a:fld>
            <a:endParaRPr lang="en-IN"/>
          </a:p>
        </p:txBody>
      </p:sp>
    </p:spTree>
    <p:extLst>
      <p:ext uri="{BB962C8B-B14F-4D97-AF65-F5344CB8AC3E}">
        <p14:creationId xmlns:p14="http://schemas.microsoft.com/office/powerpoint/2010/main" val="30102072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So in conclusion ….. Mario (old nostalgic games) and Wii (making you feel outside even at home)</a:t>
            </a:r>
          </a:p>
        </p:txBody>
      </p:sp>
      <p:sp>
        <p:nvSpPr>
          <p:cNvPr id="4" name="Slide Number Placeholder 3"/>
          <p:cNvSpPr>
            <a:spLocks noGrp="1"/>
          </p:cNvSpPr>
          <p:nvPr>
            <p:ph type="sldNum" sz="quarter" idx="5"/>
          </p:nvPr>
        </p:nvSpPr>
        <p:spPr/>
        <p:txBody>
          <a:bodyPr/>
          <a:lstStyle/>
          <a:p>
            <a:fld id="{36D91A32-42CA-428D-9239-38ED2D08DF08}" type="slidenum">
              <a:rPr lang="en-IN" smtClean="0"/>
              <a:t>13</a:t>
            </a:fld>
            <a:endParaRPr lang="en-IN"/>
          </a:p>
        </p:txBody>
      </p:sp>
    </p:spTree>
    <p:extLst>
      <p:ext uri="{BB962C8B-B14F-4D97-AF65-F5344CB8AC3E}">
        <p14:creationId xmlns:p14="http://schemas.microsoft.com/office/powerpoint/2010/main" val="20994861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98D631-289E-EE67-218A-7456BA23822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9370E34-7342-4287-DC25-C4AFACA1E6C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D198122-C958-9E93-AC84-61631BA5FAC3}"/>
              </a:ext>
            </a:extLst>
          </p:cNvPr>
          <p:cNvSpPr>
            <a:spLocks noGrp="1"/>
          </p:cNvSpPr>
          <p:nvPr>
            <p:ph type="dt" sz="half" idx="10"/>
          </p:nvPr>
        </p:nvSpPr>
        <p:spPr/>
        <p:txBody>
          <a:bodyPr/>
          <a:lstStyle/>
          <a:p>
            <a:fld id="{83767ED4-99E1-4C2B-A322-5312090C4BA1}" type="datetimeFigureOut">
              <a:rPr lang="en-IN" smtClean="0"/>
              <a:t>31-01-2025</a:t>
            </a:fld>
            <a:endParaRPr lang="en-IN"/>
          </a:p>
        </p:txBody>
      </p:sp>
      <p:sp>
        <p:nvSpPr>
          <p:cNvPr id="5" name="Footer Placeholder 4">
            <a:extLst>
              <a:ext uri="{FF2B5EF4-FFF2-40B4-BE49-F238E27FC236}">
                <a16:creationId xmlns:a16="http://schemas.microsoft.com/office/drawing/2014/main" id="{8C2F5505-60D3-2B06-F189-4B0EBB32C5B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A1E48B6-001D-4EBB-8CF7-2C8CC049BCEB}"/>
              </a:ext>
            </a:extLst>
          </p:cNvPr>
          <p:cNvSpPr>
            <a:spLocks noGrp="1"/>
          </p:cNvSpPr>
          <p:nvPr>
            <p:ph type="sldNum" sz="quarter" idx="12"/>
          </p:nvPr>
        </p:nvSpPr>
        <p:spPr/>
        <p:txBody>
          <a:bodyPr/>
          <a:lstStyle/>
          <a:p>
            <a:fld id="{13DD6B38-13BB-4450-818C-7C9ADD5F124F}" type="slidenum">
              <a:rPr lang="en-IN" smtClean="0"/>
              <a:t>‹#›</a:t>
            </a:fld>
            <a:endParaRPr lang="en-IN"/>
          </a:p>
        </p:txBody>
      </p:sp>
    </p:spTree>
    <p:extLst>
      <p:ext uri="{BB962C8B-B14F-4D97-AF65-F5344CB8AC3E}">
        <p14:creationId xmlns:p14="http://schemas.microsoft.com/office/powerpoint/2010/main" val="2611173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0864A8-3428-7A85-0C3B-63EDA87A3B4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9903D39-2A41-84A8-A630-60A83637459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7308A9E-33D1-FE2F-FC30-DFC6729041C0}"/>
              </a:ext>
            </a:extLst>
          </p:cNvPr>
          <p:cNvSpPr>
            <a:spLocks noGrp="1"/>
          </p:cNvSpPr>
          <p:nvPr>
            <p:ph type="dt" sz="half" idx="10"/>
          </p:nvPr>
        </p:nvSpPr>
        <p:spPr/>
        <p:txBody>
          <a:bodyPr/>
          <a:lstStyle/>
          <a:p>
            <a:fld id="{83767ED4-99E1-4C2B-A322-5312090C4BA1}" type="datetimeFigureOut">
              <a:rPr lang="en-IN" smtClean="0"/>
              <a:t>31-01-2025</a:t>
            </a:fld>
            <a:endParaRPr lang="en-IN"/>
          </a:p>
        </p:txBody>
      </p:sp>
      <p:sp>
        <p:nvSpPr>
          <p:cNvPr id="5" name="Footer Placeholder 4">
            <a:extLst>
              <a:ext uri="{FF2B5EF4-FFF2-40B4-BE49-F238E27FC236}">
                <a16:creationId xmlns:a16="http://schemas.microsoft.com/office/drawing/2014/main" id="{34658863-7E5B-6609-1316-4E9502A0341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1F93D2F-51A1-224A-E0DD-890122712D39}"/>
              </a:ext>
            </a:extLst>
          </p:cNvPr>
          <p:cNvSpPr>
            <a:spLocks noGrp="1"/>
          </p:cNvSpPr>
          <p:nvPr>
            <p:ph type="sldNum" sz="quarter" idx="12"/>
          </p:nvPr>
        </p:nvSpPr>
        <p:spPr/>
        <p:txBody>
          <a:bodyPr/>
          <a:lstStyle/>
          <a:p>
            <a:fld id="{13DD6B38-13BB-4450-818C-7C9ADD5F124F}" type="slidenum">
              <a:rPr lang="en-IN" smtClean="0"/>
              <a:t>‹#›</a:t>
            </a:fld>
            <a:endParaRPr lang="en-IN"/>
          </a:p>
        </p:txBody>
      </p:sp>
    </p:spTree>
    <p:extLst>
      <p:ext uri="{BB962C8B-B14F-4D97-AF65-F5344CB8AC3E}">
        <p14:creationId xmlns:p14="http://schemas.microsoft.com/office/powerpoint/2010/main" val="30205314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9C815D-4BDA-8F34-EC79-762B78B5A98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425BB24-AE03-1F7F-50F7-EC54A100546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58E9726-CFE7-F65C-B429-9F965AA7E7BB}"/>
              </a:ext>
            </a:extLst>
          </p:cNvPr>
          <p:cNvSpPr>
            <a:spLocks noGrp="1"/>
          </p:cNvSpPr>
          <p:nvPr>
            <p:ph type="dt" sz="half" idx="10"/>
          </p:nvPr>
        </p:nvSpPr>
        <p:spPr/>
        <p:txBody>
          <a:bodyPr/>
          <a:lstStyle/>
          <a:p>
            <a:fld id="{83767ED4-99E1-4C2B-A322-5312090C4BA1}" type="datetimeFigureOut">
              <a:rPr lang="en-IN" smtClean="0"/>
              <a:t>31-01-2025</a:t>
            </a:fld>
            <a:endParaRPr lang="en-IN"/>
          </a:p>
        </p:txBody>
      </p:sp>
      <p:sp>
        <p:nvSpPr>
          <p:cNvPr id="5" name="Footer Placeholder 4">
            <a:extLst>
              <a:ext uri="{FF2B5EF4-FFF2-40B4-BE49-F238E27FC236}">
                <a16:creationId xmlns:a16="http://schemas.microsoft.com/office/drawing/2014/main" id="{5AC523C3-F44F-BCDE-EAB8-2B4BC2B6D85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01B0560-3626-335B-FE67-7462C26E8EE1}"/>
              </a:ext>
            </a:extLst>
          </p:cNvPr>
          <p:cNvSpPr>
            <a:spLocks noGrp="1"/>
          </p:cNvSpPr>
          <p:nvPr>
            <p:ph type="sldNum" sz="quarter" idx="12"/>
          </p:nvPr>
        </p:nvSpPr>
        <p:spPr/>
        <p:txBody>
          <a:bodyPr/>
          <a:lstStyle/>
          <a:p>
            <a:fld id="{13DD6B38-13BB-4450-818C-7C9ADD5F124F}" type="slidenum">
              <a:rPr lang="en-IN" smtClean="0"/>
              <a:t>‹#›</a:t>
            </a:fld>
            <a:endParaRPr lang="en-IN"/>
          </a:p>
        </p:txBody>
      </p:sp>
    </p:spTree>
    <p:extLst>
      <p:ext uri="{BB962C8B-B14F-4D97-AF65-F5344CB8AC3E}">
        <p14:creationId xmlns:p14="http://schemas.microsoft.com/office/powerpoint/2010/main" val="25589305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957880-DBFB-7CF0-E813-B1C2BCC945F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9C479F0-599D-0078-5C5D-BA6897767A7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C5AA5B3-6374-D497-3A2A-835D2F0E930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393AF21-5C2D-F9EA-33B8-2FD99E9DB32C}"/>
              </a:ext>
            </a:extLst>
          </p:cNvPr>
          <p:cNvSpPr>
            <a:spLocks noGrp="1"/>
          </p:cNvSpPr>
          <p:nvPr>
            <p:ph type="dt" sz="half" idx="10"/>
          </p:nvPr>
        </p:nvSpPr>
        <p:spPr/>
        <p:txBody>
          <a:bodyPr/>
          <a:lstStyle/>
          <a:p>
            <a:fld id="{83767ED4-99E1-4C2B-A322-5312090C4BA1}" type="datetimeFigureOut">
              <a:rPr lang="en-IN" smtClean="0"/>
              <a:t>31-01-2025</a:t>
            </a:fld>
            <a:endParaRPr lang="en-IN"/>
          </a:p>
        </p:txBody>
      </p:sp>
      <p:sp>
        <p:nvSpPr>
          <p:cNvPr id="6" name="Footer Placeholder 5">
            <a:extLst>
              <a:ext uri="{FF2B5EF4-FFF2-40B4-BE49-F238E27FC236}">
                <a16:creationId xmlns:a16="http://schemas.microsoft.com/office/drawing/2014/main" id="{4E3E2DE9-D18C-49FC-A30B-13C7F05A48C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3E1943F-988F-3EE7-E93F-D785A578C5BE}"/>
              </a:ext>
            </a:extLst>
          </p:cNvPr>
          <p:cNvSpPr>
            <a:spLocks noGrp="1"/>
          </p:cNvSpPr>
          <p:nvPr>
            <p:ph type="sldNum" sz="quarter" idx="12"/>
          </p:nvPr>
        </p:nvSpPr>
        <p:spPr/>
        <p:txBody>
          <a:bodyPr/>
          <a:lstStyle/>
          <a:p>
            <a:fld id="{13DD6B38-13BB-4450-818C-7C9ADD5F124F}" type="slidenum">
              <a:rPr lang="en-IN" smtClean="0"/>
              <a:t>‹#›</a:t>
            </a:fld>
            <a:endParaRPr lang="en-IN"/>
          </a:p>
        </p:txBody>
      </p:sp>
    </p:spTree>
    <p:extLst>
      <p:ext uri="{BB962C8B-B14F-4D97-AF65-F5344CB8AC3E}">
        <p14:creationId xmlns:p14="http://schemas.microsoft.com/office/powerpoint/2010/main" val="24843088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01A58C-5468-1249-9EBB-4C9AB3CAFA8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CF1FDF2-C4AC-1911-9029-E53D3A1DDDB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4A1259E-34B8-8664-6751-8E827F29E16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7DC0BD2-EA8A-61C0-5EEC-6063D2BB06C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F149286-1846-B3A2-EDB3-07793870D2A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A05B8ED1-6C35-2210-182F-09ACB8C22ED0}"/>
              </a:ext>
            </a:extLst>
          </p:cNvPr>
          <p:cNvSpPr>
            <a:spLocks noGrp="1"/>
          </p:cNvSpPr>
          <p:nvPr>
            <p:ph type="dt" sz="half" idx="10"/>
          </p:nvPr>
        </p:nvSpPr>
        <p:spPr/>
        <p:txBody>
          <a:bodyPr/>
          <a:lstStyle/>
          <a:p>
            <a:fld id="{83767ED4-99E1-4C2B-A322-5312090C4BA1}" type="datetimeFigureOut">
              <a:rPr lang="en-IN" smtClean="0"/>
              <a:t>31-01-2025</a:t>
            </a:fld>
            <a:endParaRPr lang="en-IN"/>
          </a:p>
        </p:txBody>
      </p:sp>
      <p:sp>
        <p:nvSpPr>
          <p:cNvPr id="8" name="Footer Placeholder 7">
            <a:extLst>
              <a:ext uri="{FF2B5EF4-FFF2-40B4-BE49-F238E27FC236}">
                <a16:creationId xmlns:a16="http://schemas.microsoft.com/office/drawing/2014/main" id="{05BDBD72-374E-928B-6BFD-77EC8D8C392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9316C763-5AE9-81F3-050F-D37C330B0D86}"/>
              </a:ext>
            </a:extLst>
          </p:cNvPr>
          <p:cNvSpPr>
            <a:spLocks noGrp="1"/>
          </p:cNvSpPr>
          <p:nvPr>
            <p:ph type="sldNum" sz="quarter" idx="12"/>
          </p:nvPr>
        </p:nvSpPr>
        <p:spPr/>
        <p:txBody>
          <a:bodyPr/>
          <a:lstStyle/>
          <a:p>
            <a:fld id="{13DD6B38-13BB-4450-818C-7C9ADD5F124F}" type="slidenum">
              <a:rPr lang="en-IN" smtClean="0"/>
              <a:t>‹#›</a:t>
            </a:fld>
            <a:endParaRPr lang="en-IN"/>
          </a:p>
        </p:txBody>
      </p:sp>
    </p:spTree>
    <p:extLst>
      <p:ext uri="{BB962C8B-B14F-4D97-AF65-F5344CB8AC3E}">
        <p14:creationId xmlns:p14="http://schemas.microsoft.com/office/powerpoint/2010/main" val="17197109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4F3F7-0C39-B97F-DB62-65D4423B20F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0C58122-2EBF-1420-EBA1-025AE293B880}"/>
              </a:ext>
            </a:extLst>
          </p:cNvPr>
          <p:cNvSpPr>
            <a:spLocks noGrp="1"/>
          </p:cNvSpPr>
          <p:nvPr>
            <p:ph type="dt" sz="half" idx="10"/>
          </p:nvPr>
        </p:nvSpPr>
        <p:spPr/>
        <p:txBody>
          <a:bodyPr/>
          <a:lstStyle/>
          <a:p>
            <a:fld id="{83767ED4-99E1-4C2B-A322-5312090C4BA1}" type="datetimeFigureOut">
              <a:rPr lang="en-IN" smtClean="0"/>
              <a:t>31-01-2025</a:t>
            </a:fld>
            <a:endParaRPr lang="en-IN"/>
          </a:p>
        </p:txBody>
      </p:sp>
      <p:sp>
        <p:nvSpPr>
          <p:cNvPr id="4" name="Footer Placeholder 3">
            <a:extLst>
              <a:ext uri="{FF2B5EF4-FFF2-40B4-BE49-F238E27FC236}">
                <a16:creationId xmlns:a16="http://schemas.microsoft.com/office/drawing/2014/main" id="{0F4E5C44-D837-2E86-20AC-0971D45E43C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4C50F6F-3F2B-D3A0-E03E-E203D8A0E5C3}"/>
              </a:ext>
            </a:extLst>
          </p:cNvPr>
          <p:cNvSpPr>
            <a:spLocks noGrp="1"/>
          </p:cNvSpPr>
          <p:nvPr>
            <p:ph type="sldNum" sz="quarter" idx="12"/>
          </p:nvPr>
        </p:nvSpPr>
        <p:spPr/>
        <p:txBody>
          <a:bodyPr/>
          <a:lstStyle/>
          <a:p>
            <a:fld id="{13DD6B38-13BB-4450-818C-7C9ADD5F124F}" type="slidenum">
              <a:rPr lang="en-IN" smtClean="0"/>
              <a:t>‹#›</a:t>
            </a:fld>
            <a:endParaRPr lang="en-IN"/>
          </a:p>
        </p:txBody>
      </p:sp>
    </p:spTree>
    <p:extLst>
      <p:ext uri="{BB962C8B-B14F-4D97-AF65-F5344CB8AC3E}">
        <p14:creationId xmlns:p14="http://schemas.microsoft.com/office/powerpoint/2010/main" val="13097061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9632A31-8304-713F-89BC-15952974DF93}"/>
              </a:ext>
            </a:extLst>
          </p:cNvPr>
          <p:cNvSpPr>
            <a:spLocks noGrp="1"/>
          </p:cNvSpPr>
          <p:nvPr>
            <p:ph type="dt" sz="half" idx="10"/>
          </p:nvPr>
        </p:nvSpPr>
        <p:spPr/>
        <p:txBody>
          <a:bodyPr/>
          <a:lstStyle/>
          <a:p>
            <a:fld id="{83767ED4-99E1-4C2B-A322-5312090C4BA1}" type="datetimeFigureOut">
              <a:rPr lang="en-IN" smtClean="0"/>
              <a:t>31-01-2025</a:t>
            </a:fld>
            <a:endParaRPr lang="en-IN"/>
          </a:p>
        </p:txBody>
      </p:sp>
      <p:sp>
        <p:nvSpPr>
          <p:cNvPr id="3" name="Footer Placeholder 2">
            <a:extLst>
              <a:ext uri="{FF2B5EF4-FFF2-40B4-BE49-F238E27FC236}">
                <a16:creationId xmlns:a16="http://schemas.microsoft.com/office/drawing/2014/main" id="{5C02791C-F312-33C8-6D20-3E1CB38887B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E168530F-A362-BB20-F966-67A6BF21E5C0}"/>
              </a:ext>
            </a:extLst>
          </p:cNvPr>
          <p:cNvSpPr>
            <a:spLocks noGrp="1"/>
          </p:cNvSpPr>
          <p:nvPr>
            <p:ph type="sldNum" sz="quarter" idx="12"/>
          </p:nvPr>
        </p:nvSpPr>
        <p:spPr/>
        <p:txBody>
          <a:bodyPr/>
          <a:lstStyle/>
          <a:p>
            <a:fld id="{13DD6B38-13BB-4450-818C-7C9ADD5F124F}" type="slidenum">
              <a:rPr lang="en-IN" smtClean="0"/>
              <a:t>‹#›</a:t>
            </a:fld>
            <a:endParaRPr lang="en-IN"/>
          </a:p>
        </p:txBody>
      </p:sp>
    </p:spTree>
    <p:extLst>
      <p:ext uri="{BB962C8B-B14F-4D97-AF65-F5344CB8AC3E}">
        <p14:creationId xmlns:p14="http://schemas.microsoft.com/office/powerpoint/2010/main" val="25162876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45E2D4-854C-2039-8809-A3FEAFABC90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69E5B4A-4F74-31C3-367B-EA7368FE779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5593B78-8546-34B5-A4D0-6F90168F252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FF9A795-375E-DBF5-8F85-C0DA6DA25B6F}"/>
              </a:ext>
            </a:extLst>
          </p:cNvPr>
          <p:cNvSpPr>
            <a:spLocks noGrp="1"/>
          </p:cNvSpPr>
          <p:nvPr>
            <p:ph type="dt" sz="half" idx="10"/>
          </p:nvPr>
        </p:nvSpPr>
        <p:spPr/>
        <p:txBody>
          <a:bodyPr/>
          <a:lstStyle/>
          <a:p>
            <a:fld id="{83767ED4-99E1-4C2B-A322-5312090C4BA1}" type="datetimeFigureOut">
              <a:rPr lang="en-IN" smtClean="0"/>
              <a:t>31-01-2025</a:t>
            </a:fld>
            <a:endParaRPr lang="en-IN"/>
          </a:p>
        </p:txBody>
      </p:sp>
      <p:sp>
        <p:nvSpPr>
          <p:cNvPr id="6" name="Footer Placeholder 5">
            <a:extLst>
              <a:ext uri="{FF2B5EF4-FFF2-40B4-BE49-F238E27FC236}">
                <a16:creationId xmlns:a16="http://schemas.microsoft.com/office/drawing/2014/main" id="{BA975A53-8902-0C56-E213-5B6E86AB967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B97705E-0CAC-FE20-DCAE-CF821232849C}"/>
              </a:ext>
            </a:extLst>
          </p:cNvPr>
          <p:cNvSpPr>
            <a:spLocks noGrp="1"/>
          </p:cNvSpPr>
          <p:nvPr>
            <p:ph type="sldNum" sz="quarter" idx="12"/>
          </p:nvPr>
        </p:nvSpPr>
        <p:spPr/>
        <p:txBody>
          <a:bodyPr/>
          <a:lstStyle/>
          <a:p>
            <a:fld id="{13DD6B38-13BB-4450-818C-7C9ADD5F124F}" type="slidenum">
              <a:rPr lang="en-IN" smtClean="0"/>
              <a:t>‹#›</a:t>
            </a:fld>
            <a:endParaRPr lang="en-IN"/>
          </a:p>
        </p:txBody>
      </p:sp>
    </p:spTree>
    <p:extLst>
      <p:ext uri="{BB962C8B-B14F-4D97-AF65-F5344CB8AC3E}">
        <p14:creationId xmlns:p14="http://schemas.microsoft.com/office/powerpoint/2010/main" val="42081259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079754-568E-B937-674A-447C8F51F8C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50C0108-56CD-1597-D317-FF5DD190FD4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79D89174-8E82-9F93-5426-8A18B1C3715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8642C3D-8315-3618-0495-E37BD2E75263}"/>
              </a:ext>
            </a:extLst>
          </p:cNvPr>
          <p:cNvSpPr>
            <a:spLocks noGrp="1"/>
          </p:cNvSpPr>
          <p:nvPr>
            <p:ph type="dt" sz="half" idx="10"/>
          </p:nvPr>
        </p:nvSpPr>
        <p:spPr/>
        <p:txBody>
          <a:bodyPr/>
          <a:lstStyle/>
          <a:p>
            <a:fld id="{83767ED4-99E1-4C2B-A322-5312090C4BA1}" type="datetimeFigureOut">
              <a:rPr lang="en-IN" smtClean="0"/>
              <a:t>31-01-2025</a:t>
            </a:fld>
            <a:endParaRPr lang="en-IN"/>
          </a:p>
        </p:txBody>
      </p:sp>
      <p:sp>
        <p:nvSpPr>
          <p:cNvPr id="6" name="Footer Placeholder 5">
            <a:extLst>
              <a:ext uri="{FF2B5EF4-FFF2-40B4-BE49-F238E27FC236}">
                <a16:creationId xmlns:a16="http://schemas.microsoft.com/office/drawing/2014/main" id="{6865D0E2-B840-5733-180C-EE48F7D635A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8516397-07C6-13AB-6A0C-BC1FC79321C2}"/>
              </a:ext>
            </a:extLst>
          </p:cNvPr>
          <p:cNvSpPr>
            <a:spLocks noGrp="1"/>
          </p:cNvSpPr>
          <p:nvPr>
            <p:ph type="sldNum" sz="quarter" idx="12"/>
          </p:nvPr>
        </p:nvSpPr>
        <p:spPr/>
        <p:txBody>
          <a:bodyPr/>
          <a:lstStyle/>
          <a:p>
            <a:fld id="{13DD6B38-13BB-4450-818C-7C9ADD5F124F}" type="slidenum">
              <a:rPr lang="en-IN" smtClean="0"/>
              <a:t>‹#›</a:t>
            </a:fld>
            <a:endParaRPr lang="en-IN"/>
          </a:p>
        </p:txBody>
      </p:sp>
    </p:spTree>
    <p:extLst>
      <p:ext uri="{BB962C8B-B14F-4D97-AF65-F5344CB8AC3E}">
        <p14:creationId xmlns:p14="http://schemas.microsoft.com/office/powerpoint/2010/main" val="40070385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B3318B-868D-6488-34DE-EC9AFA08B6C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0D76C52-E272-D2E4-6AA7-9C04723F18C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F76A73D-7ABC-2738-FD9E-E160D9EB7087}"/>
              </a:ext>
            </a:extLst>
          </p:cNvPr>
          <p:cNvSpPr>
            <a:spLocks noGrp="1"/>
          </p:cNvSpPr>
          <p:nvPr>
            <p:ph type="dt" sz="half" idx="10"/>
          </p:nvPr>
        </p:nvSpPr>
        <p:spPr/>
        <p:txBody>
          <a:bodyPr/>
          <a:lstStyle/>
          <a:p>
            <a:fld id="{83767ED4-99E1-4C2B-A322-5312090C4BA1}" type="datetimeFigureOut">
              <a:rPr lang="en-IN" smtClean="0"/>
              <a:t>31-01-2025</a:t>
            </a:fld>
            <a:endParaRPr lang="en-IN"/>
          </a:p>
        </p:txBody>
      </p:sp>
      <p:sp>
        <p:nvSpPr>
          <p:cNvPr id="5" name="Footer Placeholder 4">
            <a:extLst>
              <a:ext uri="{FF2B5EF4-FFF2-40B4-BE49-F238E27FC236}">
                <a16:creationId xmlns:a16="http://schemas.microsoft.com/office/drawing/2014/main" id="{9E92E4DF-D48C-781B-61EA-6DDB678C2ED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1F75E82-571F-40CA-F322-9F13235B9257}"/>
              </a:ext>
            </a:extLst>
          </p:cNvPr>
          <p:cNvSpPr>
            <a:spLocks noGrp="1"/>
          </p:cNvSpPr>
          <p:nvPr>
            <p:ph type="sldNum" sz="quarter" idx="12"/>
          </p:nvPr>
        </p:nvSpPr>
        <p:spPr/>
        <p:txBody>
          <a:bodyPr/>
          <a:lstStyle/>
          <a:p>
            <a:fld id="{13DD6B38-13BB-4450-818C-7C9ADD5F124F}" type="slidenum">
              <a:rPr lang="en-IN" smtClean="0"/>
              <a:t>‹#›</a:t>
            </a:fld>
            <a:endParaRPr lang="en-IN"/>
          </a:p>
        </p:txBody>
      </p:sp>
    </p:spTree>
    <p:extLst>
      <p:ext uri="{BB962C8B-B14F-4D97-AF65-F5344CB8AC3E}">
        <p14:creationId xmlns:p14="http://schemas.microsoft.com/office/powerpoint/2010/main" val="6425432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0B995B4-166F-6B0A-D17C-272CE98C9AA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A166DFD-5BBB-B9B6-C24E-E8DBD5EFD13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6357FB8-2D7A-FA21-479A-538DB7F07065}"/>
              </a:ext>
            </a:extLst>
          </p:cNvPr>
          <p:cNvSpPr>
            <a:spLocks noGrp="1"/>
          </p:cNvSpPr>
          <p:nvPr>
            <p:ph type="dt" sz="half" idx="10"/>
          </p:nvPr>
        </p:nvSpPr>
        <p:spPr/>
        <p:txBody>
          <a:bodyPr/>
          <a:lstStyle/>
          <a:p>
            <a:fld id="{83767ED4-99E1-4C2B-A322-5312090C4BA1}" type="datetimeFigureOut">
              <a:rPr lang="en-IN" smtClean="0"/>
              <a:t>31-01-2025</a:t>
            </a:fld>
            <a:endParaRPr lang="en-IN"/>
          </a:p>
        </p:txBody>
      </p:sp>
      <p:sp>
        <p:nvSpPr>
          <p:cNvPr id="5" name="Footer Placeholder 4">
            <a:extLst>
              <a:ext uri="{FF2B5EF4-FFF2-40B4-BE49-F238E27FC236}">
                <a16:creationId xmlns:a16="http://schemas.microsoft.com/office/drawing/2014/main" id="{CD080BB0-BCC4-8A9D-B1D2-56C85417031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6709905-D10D-642D-0311-2A9F4FE1D11C}"/>
              </a:ext>
            </a:extLst>
          </p:cNvPr>
          <p:cNvSpPr>
            <a:spLocks noGrp="1"/>
          </p:cNvSpPr>
          <p:nvPr>
            <p:ph type="sldNum" sz="quarter" idx="12"/>
          </p:nvPr>
        </p:nvSpPr>
        <p:spPr/>
        <p:txBody>
          <a:bodyPr/>
          <a:lstStyle/>
          <a:p>
            <a:fld id="{13DD6B38-13BB-4450-818C-7C9ADD5F124F}" type="slidenum">
              <a:rPr lang="en-IN" smtClean="0"/>
              <a:t>‹#›</a:t>
            </a:fld>
            <a:endParaRPr lang="en-IN"/>
          </a:p>
        </p:txBody>
      </p:sp>
    </p:spTree>
    <p:extLst>
      <p:ext uri="{BB962C8B-B14F-4D97-AF65-F5344CB8AC3E}">
        <p14:creationId xmlns:p14="http://schemas.microsoft.com/office/powerpoint/2010/main" val="26162856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4CF10A0-2812-4D63-275F-CE6400999AE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91B6338-BAAD-E66A-D7F3-A2F4F018B9C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5629F44-FD0A-777F-7E94-18D337D4BF0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3767ED4-99E1-4C2B-A322-5312090C4BA1}" type="datetimeFigureOut">
              <a:rPr lang="en-IN" smtClean="0"/>
              <a:t>31-01-2025</a:t>
            </a:fld>
            <a:endParaRPr lang="en-IN"/>
          </a:p>
        </p:txBody>
      </p:sp>
      <p:sp>
        <p:nvSpPr>
          <p:cNvPr id="5" name="Footer Placeholder 4">
            <a:extLst>
              <a:ext uri="{FF2B5EF4-FFF2-40B4-BE49-F238E27FC236}">
                <a16:creationId xmlns:a16="http://schemas.microsoft.com/office/drawing/2014/main" id="{3434526D-4427-92C1-7E97-501FF7DE2D2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BEA91F7D-B59C-8C8A-AB6D-085B3B46335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3DD6B38-13BB-4450-818C-7C9ADD5F124F}" type="slidenum">
              <a:rPr lang="en-IN" smtClean="0"/>
              <a:t>‹#›</a:t>
            </a:fld>
            <a:endParaRPr lang="en-IN"/>
          </a:p>
        </p:txBody>
      </p:sp>
    </p:spTree>
    <p:extLst>
      <p:ext uri="{BB962C8B-B14F-4D97-AF65-F5344CB8AC3E}">
        <p14:creationId xmlns:p14="http://schemas.microsoft.com/office/powerpoint/2010/main" val="2313777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kaggle.com/datasets/thedevastator/global-video-game-sales/data"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microsoft.com/office/2007/relationships/hdphoto" Target="../media/hdphoto1.wdp"/></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6.xml"/><Relationship Id="rId5" Type="http://schemas.openxmlformats.org/officeDocument/2006/relationships/image" Target="../media/image9.jpeg"/><Relationship Id="rId4" Type="http://schemas.openxmlformats.org/officeDocument/2006/relationships/image" Target="../media/image8.jpe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2.xml"/><Relationship Id="rId1" Type="http://schemas.openxmlformats.org/officeDocument/2006/relationships/slideLayout" Target="../slideLayouts/slideLayout7.xml"/><Relationship Id="rId5" Type="http://schemas.openxmlformats.org/officeDocument/2006/relationships/image" Target="../media/image20.gif"/><Relationship Id="rId4" Type="http://schemas.openxmlformats.org/officeDocument/2006/relationships/image" Target="../media/image19.gif"/></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4729FA-2012-1523-A1E4-9F067934BC9A}"/>
              </a:ext>
            </a:extLst>
          </p:cNvPr>
          <p:cNvSpPr>
            <a:spLocks noGrp="1"/>
          </p:cNvSpPr>
          <p:nvPr>
            <p:ph type="ctrTitle"/>
          </p:nvPr>
        </p:nvSpPr>
        <p:spPr>
          <a:xfrm>
            <a:off x="975731" y="1122363"/>
            <a:ext cx="10240537" cy="2479675"/>
          </a:xfrm>
          <a:solidFill>
            <a:srgbClr val="212D43">
              <a:alpha val="50000"/>
            </a:srgbClr>
          </a:solidFill>
        </p:spPr>
        <p:txBody>
          <a:bodyPr>
            <a:normAutofit fontScale="90000"/>
          </a:bodyPr>
          <a:lstStyle/>
          <a:p>
            <a:pPr>
              <a:spcAft>
                <a:spcPts val="600"/>
              </a:spcAft>
            </a:pPr>
            <a:r>
              <a:rPr lang="en-US" dirty="0">
                <a:solidFill>
                  <a:schemeClr val="bg1"/>
                </a:solidFill>
                <a:latin typeface="Segoe UI Variable Text Semibold" pitchFamily="2" charset="0"/>
              </a:rPr>
              <a:t>Gaming Through the Ages: Sales Evolution of Popular Titles</a:t>
            </a:r>
            <a:endParaRPr lang="en-IN" dirty="0">
              <a:solidFill>
                <a:schemeClr val="bg1"/>
              </a:solidFill>
              <a:latin typeface="Segoe UI Variable Text Semibold" pitchFamily="2" charset="0"/>
            </a:endParaRPr>
          </a:p>
        </p:txBody>
      </p:sp>
      <p:sp>
        <p:nvSpPr>
          <p:cNvPr id="3" name="Subtitle 2">
            <a:extLst>
              <a:ext uri="{FF2B5EF4-FFF2-40B4-BE49-F238E27FC236}">
                <a16:creationId xmlns:a16="http://schemas.microsoft.com/office/drawing/2014/main" id="{7B583ED1-CC6D-AA14-C4B7-619BE9CC416F}"/>
              </a:ext>
            </a:extLst>
          </p:cNvPr>
          <p:cNvSpPr>
            <a:spLocks noGrp="1"/>
          </p:cNvSpPr>
          <p:nvPr>
            <p:ph type="subTitle" idx="1"/>
          </p:nvPr>
        </p:nvSpPr>
        <p:spPr>
          <a:solidFill>
            <a:srgbClr val="212D43">
              <a:alpha val="50000"/>
            </a:srgbClr>
          </a:solidFill>
        </p:spPr>
        <p:txBody>
          <a:bodyPr/>
          <a:lstStyle/>
          <a:p>
            <a:r>
              <a:rPr lang="en-IN" i="1" dirty="0">
                <a:solidFill>
                  <a:schemeClr val="bg1"/>
                </a:solidFill>
                <a:latin typeface="Segoe UI Variable Small" pitchFamily="2" charset="0"/>
              </a:rPr>
              <a:t>An analysis of why people spend money to sit at home</a:t>
            </a:r>
            <a:br>
              <a:rPr lang="en-IN" i="1" dirty="0">
                <a:solidFill>
                  <a:schemeClr val="bg1"/>
                </a:solidFill>
                <a:latin typeface="Segoe UI Variable Small" pitchFamily="2" charset="0"/>
              </a:rPr>
            </a:br>
            <a:br>
              <a:rPr lang="en-IN" dirty="0">
                <a:solidFill>
                  <a:schemeClr val="bg1"/>
                </a:solidFill>
                <a:latin typeface="Segoe UI Variable Small" pitchFamily="2" charset="0"/>
              </a:rPr>
            </a:br>
            <a:endParaRPr lang="en-IN" dirty="0">
              <a:solidFill>
                <a:schemeClr val="bg1"/>
              </a:solidFill>
              <a:latin typeface="Segoe UI Variable Small" pitchFamily="2" charset="0"/>
            </a:endParaRPr>
          </a:p>
          <a:p>
            <a:r>
              <a:rPr lang="en-IN" dirty="0">
                <a:solidFill>
                  <a:schemeClr val="bg1"/>
                </a:solidFill>
                <a:latin typeface="Segoe UI Variable Small" pitchFamily="2" charset="0"/>
              </a:rPr>
              <a:t>By Rohan Thampi</a:t>
            </a:r>
          </a:p>
        </p:txBody>
      </p:sp>
    </p:spTree>
    <p:extLst>
      <p:ext uri="{BB962C8B-B14F-4D97-AF65-F5344CB8AC3E}">
        <p14:creationId xmlns:p14="http://schemas.microsoft.com/office/powerpoint/2010/main" val="15487976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AB9C962-79DE-444A-DAD8-C282FF954179}"/>
              </a:ext>
            </a:extLst>
          </p:cNvPr>
          <p:cNvSpPr txBox="1">
            <a:spLocks/>
          </p:cNvSpPr>
          <p:nvPr/>
        </p:nvSpPr>
        <p:spPr>
          <a:xfrm>
            <a:off x="-278780" y="885736"/>
            <a:ext cx="4177334" cy="112121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sz="4800" dirty="0">
                <a:solidFill>
                  <a:srgbClr val="5F9EA0"/>
                </a:solidFill>
                <a:latin typeface="Segoe UI Variable Text Semibold" pitchFamily="2" charset="0"/>
              </a:rPr>
              <a:t>Why this</a:t>
            </a:r>
            <a:r>
              <a:rPr lang="en-IN" sz="5400" dirty="0">
                <a:solidFill>
                  <a:srgbClr val="5F9EA0"/>
                </a:solidFill>
                <a:latin typeface="Segoe UI Variable Text Semibold" pitchFamily="2" charset="0"/>
              </a:rPr>
              <a:t>?</a:t>
            </a:r>
            <a:endParaRPr lang="en-IN" sz="4800" dirty="0">
              <a:solidFill>
                <a:srgbClr val="5F9EA0"/>
              </a:solidFill>
              <a:latin typeface="Segoe UI Variable Text Semibold" pitchFamily="2" charset="0"/>
            </a:endParaRPr>
          </a:p>
        </p:txBody>
      </p:sp>
      <p:sp>
        <p:nvSpPr>
          <p:cNvPr id="2" name="TextBox 1">
            <a:extLst>
              <a:ext uri="{FF2B5EF4-FFF2-40B4-BE49-F238E27FC236}">
                <a16:creationId xmlns:a16="http://schemas.microsoft.com/office/drawing/2014/main" id="{56862BE4-28D4-E5EE-E153-06A3905ABDFD}"/>
              </a:ext>
            </a:extLst>
          </p:cNvPr>
          <p:cNvSpPr txBox="1"/>
          <p:nvPr/>
        </p:nvSpPr>
        <p:spPr>
          <a:xfrm>
            <a:off x="600632" y="2111303"/>
            <a:ext cx="10807065" cy="1600438"/>
          </a:xfrm>
          <a:prstGeom prst="rect">
            <a:avLst/>
          </a:prstGeom>
          <a:noFill/>
        </p:spPr>
        <p:txBody>
          <a:bodyPr wrap="square" rtlCol="0">
            <a:spAutoFit/>
          </a:bodyPr>
          <a:lstStyle/>
          <a:p>
            <a:pPr marL="285750" indent="-285750">
              <a:buFont typeface="Arial" panose="020B0604020202020204" pitchFamily="34" charset="0"/>
              <a:buChar char="•"/>
            </a:pPr>
            <a:r>
              <a:rPr lang="en-IN" sz="1400" dirty="0">
                <a:latin typeface="Segoe UI Variable Small" pitchFamily="2" charset="0"/>
              </a:rPr>
              <a:t>Personal interest</a:t>
            </a:r>
            <a:br>
              <a:rPr lang="en-IN" sz="1400" dirty="0">
                <a:latin typeface="Segoe UI Variable Small" pitchFamily="2" charset="0"/>
              </a:rPr>
            </a:br>
            <a:endParaRPr lang="en-IN" sz="1400" dirty="0">
              <a:latin typeface="Segoe UI Variable Small" pitchFamily="2" charset="0"/>
            </a:endParaRPr>
          </a:p>
          <a:p>
            <a:pPr marL="285750" indent="-285750">
              <a:buFont typeface="Arial" panose="020B0604020202020204" pitchFamily="34" charset="0"/>
              <a:buChar char="•"/>
            </a:pPr>
            <a:r>
              <a:rPr lang="en-IN" sz="1400" dirty="0">
                <a:latin typeface="Segoe UI Variable Small" pitchFamily="2" charset="0"/>
              </a:rPr>
              <a:t>How do they make money out of this?</a:t>
            </a:r>
            <a:br>
              <a:rPr lang="en-IN" sz="1400" dirty="0">
                <a:latin typeface="Segoe UI Variable Small" pitchFamily="2" charset="0"/>
              </a:rPr>
            </a:br>
            <a:endParaRPr lang="en-IN" sz="1400" dirty="0">
              <a:latin typeface="Segoe UI Variable Small" pitchFamily="2" charset="0"/>
            </a:endParaRPr>
          </a:p>
          <a:p>
            <a:pPr marL="285750" indent="-285750">
              <a:buFont typeface="Arial" panose="020B0604020202020204" pitchFamily="34" charset="0"/>
              <a:buChar char="•"/>
            </a:pPr>
            <a:r>
              <a:rPr lang="en-IN" sz="1400" dirty="0">
                <a:latin typeface="Segoe UI Variable Small" pitchFamily="2" charset="0"/>
              </a:rPr>
              <a:t>Source dataset: </a:t>
            </a:r>
            <a:br>
              <a:rPr lang="en-IN" sz="1400" dirty="0">
                <a:latin typeface="Segoe UI Variable Small" pitchFamily="2" charset="0"/>
              </a:rPr>
            </a:br>
            <a:r>
              <a:rPr lang="en-IN" sz="1400" dirty="0">
                <a:latin typeface="Segoe UI Variable Small" pitchFamily="2" charset="0"/>
              </a:rPr>
              <a:t>Global Video Game Sales - </a:t>
            </a:r>
            <a:r>
              <a:rPr lang="en-IN" sz="1400" dirty="0">
                <a:latin typeface="Segoe UI Variable Small" pitchFamily="2" charset="0"/>
                <a:hlinkClick r:id="rId3"/>
              </a:rPr>
              <a:t>https://www.kaggle.com/datasets/thedevastator/global-video-game-sales/data</a:t>
            </a:r>
            <a:r>
              <a:rPr lang="en-IN" sz="1400" dirty="0">
                <a:latin typeface="Segoe UI Variable Small" pitchFamily="2" charset="0"/>
              </a:rPr>
              <a:t> </a:t>
            </a:r>
          </a:p>
          <a:p>
            <a:pPr marL="285750" indent="-285750">
              <a:buFont typeface="Arial" panose="020B0604020202020204" pitchFamily="34" charset="0"/>
              <a:buChar char="•"/>
            </a:pPr>
            <a:endParaRPr lang="en-IN" sz="1400" dirty="0">
              <a:latin typeface="Segoe UI Variable Small" pitchFamily="2" charset="0"/>
            </a:endParaRPr>
          </a:p>
        </p:txBody>
      </p:sp>
      <p:grpSp>
        <p:nvGrpSpPr>
          <p:cNvPr id="12" name="Group 11">
            <a:extLst>
              <a:ext uri="{FF2B5EF4-FFF2-40B4-BE49-F238E27FC236}">
                <a16:creationId xmlns:a16="http://schemas.microsoft.com/office/drawing/2014/main" id="{AF031A42-ED04-7072-728B-3EC54F26EDEB}"/>
              </a:ext>
            </a:extLst>
          </p:cNvPr>
          <p:cNvGrpSpPr/>
          <p:nvPr/>
        </p:nvGrpSpPr>
        <p:grpSpPr>
          <a:xfrm>
            <a:off x="784302" y="3711741"/>
            <a:ext cx="7351035" cy="1250368"/>
            <a:chOff x="784302" y="3711741"/>
            <a:chExt cx="7351035" cy="1250368"/>
          </a:xfrm>
        </p:grpSpPr>
        <p:pic>
          <p:nvPicPr>
            <p:cNvPr id="9" name="Picture 8">
              <a:extLst>
                <a:ext uri="{FF2B5EF4-FFF2-40B4-BE49-F238E27FC236}">
                  <a16:creationId xmlns:a16="http://schemas.microsoft.com/office/drawing/2014/main" id="{4CA0A242-0181-AD6B-AAEA-9ECC860B054E}"/>
                </a:ext>
              </a:extLst>
            </p:cNvPr>
            <p:cNvPicPr>
              <a:picLocks noChangeAspect="1"/>
            </p:cNvPicPr>
            <p:nvPr/>
          </p:nvPicPr>
          <p:blipFill>
            <a:blip r:embed="rId4"/>
            <a:stretch>
              <a:fillRect/>
            </a:stretch>
          </p:blipFill>
          <p:spPr>
            <a:xfrm>
              <a:off x="784303" y="3711741"/>
              <a:ext cx="7351034" cy="585407"/>
            </a:xfrm>
            <a:prstGeom prst="rect">
              <a:avLst/>
            </a:prstGeom>
          </p:spPr>
        </p:pic>
        <p:pic>
          <p:nvPicPr>
            <p:cNvPr id="11" name="Picture 10">
              <a:extLst>
                <a:ext uri="{FF2B5EF4-FFF2-40B4-BE49-F238E27FC236}">
                  <a16:creationId xmlns:a16="http://schemas.microsoft.com/office/drawing/2014/main" id="{AB9C1507-7457-6083-7796-73031AD4F3F7}"/>
                </a:ext>
              </a:extLst>
            </p:cNvPr>
            <p:cNvPicPr>
              <a:picLocks noChangeAspect="1"/>
            </p:cNvPicPr>
            <p:nvPr/>
          </p:nvPicPr>
          <p:blipFill>
            <a:blip r:embed="rId5"/>
            <a:stretch>
              <a:fillRect/>
            </a:stretch>
          </p:blipFill>
          <p:spPr>
            <a:xfrm>
              <a:off x="784302" y="4297148"/>
              <a:ext cx="7351035" cy="664961"/>
            </a:xfrm>
            <a:prstGeom prst="rect">
              <a:avLst/>
            </a:prstGeom>
          </p:spPr>
        </p:pic>
      </p:grpSp>
    </p:spTree>
    <p:extLst>
      <p:ext uri="{BB962C8B-B14F-4D97-AF65-F5344CB8AC3E}">
        <p14:creationId xmlns:p14="http://schemas.microsoft.com/office/powerpoint/2010/main" val="31300100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E5542D2-2ABA-C41C-7666-9132821C12BB}"/>
              </a:ext>
            </a:extLst>
          </p:cNvPr>
          <p:cNvSpPr txBox="1">
            <a:spLocks/>
          </p:cNvSpPr>
          <p:nvPr/>
        </p:nvSpPr>
        <p:spPr>
          <a:xfrm>
            <a:off x="0" y="0"/>
            <a:ext cx="12192000" cy="73977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400" dirty="0">
                <a:latin typeface="Segoe UI Variable Text Semibold" pitchFamily="2" charset="0"/>
              </a:rPr>
              <a:t>Digging into the data</a:t>
            </a:r>
            <a:endParaRPr lang="en-IN" sz="2400" dirty="0">
              <a:latin typeface="Segoe UI Variable Text Semibold" pitchFamily="2" charset="0"/>
            </a:endParaRPr>
          </a:p>
        </p:txBody>
      </p:sp>
      <p:sp>
        <p:nvSpPr>
          <p:cNvPr id="5" name="TextBox 4">
            <a:extLst>
              <a:ext uri="{FF2B5EF4-FFF2-40B4-BE49-F238E27FC236}">
                <a16:creationId xmlns:a16="http://schemas.microsoft.com/office/drawing/2014/main" id="{A9E6F0F6-2CF8-3117-789D-A0A64C6FDF13}"/>
              </a:ext>
            </a:extLst>
          </p:cNvPr>
          <p:cNvSpPr txBox="1"/>
          <p:nvPr/>
        </p:nvSpPr>
        <p:spPr>
          <a:xfrm>
            <a:off x="1665790" y="4351809"/>
            <a:ext cx="9430871" cy="400110"/>
          </a:xfrm>
          <a:prstGeom prst="rect">
            <a:avLst/>
          </a:prstGeom>
          <a:noFill/>
        </p:spPr>
        <p:txBody>
          <a:bodyPr wrap="square" rtlCol="0">
            <a:spAutoFit/>
          </a:bodyPr>
          <a:lstStyle/>
          <a:p>
            <a:r>
              <a:rPr lang="en-IN" dirty="0">
                <a:latin typeface="Segoe UI Variable Small" pitchFamily="2" charset="0"/>
              </a:rPr>
              <a:t>Across </a:t>
            </a:r>
            <a:r>
              <a:rPr lang="en-IN" sz="2000" b="1" dirty="0">
                <a:latin typeface="Segoe UI Variable Small" pitchFamily="2" charset="0"/>
              </a:rPr>
              <a:t>16.5k </a:t>
            </a:r>
            <a:r>
              <a:rPr lang="en-IN" dirty="0">
                <a:latin typeface="Segoe UI Variable Small" pitchFamily="2" charset="0"/>
              </a:rPr>
              <a:t>records – 11.5k unique games, across 579 publishers and 31 platforms</a:t>
            </a:r>
          </a:p>
        </p:txBody>
      </p:sp>
      <p:cxnSp>
        <p:nvCxnSpPr>
          <p:cNvPr id="8" name="Straight Connector 7">
            <a:extLst>
              <a:ext uri="{FF2B5EF4-FFF2-40B4-BE49-F238E27FC236}">
                <a16:creationId xmlns:a16="http://schemas.microsoft.com/office/drawing/2014/main" id="{BC9E2731-9D9A-E939-13BA-1AB9D26C90E9}"/>
              </a:ext>
            </a:extLst>
          </p:cNvPr>
          <p:cNvCxnSpPr>
            <a:cxnSpLocks/>
          </p:cNvCxnSpPr>
          <p:nvPr/>
        </p:nvCxnSpPr>
        <p:spPr>
          <a:xfrm flipH="1">
            <a:off x="3728474" y="751283"/>
            <a:ext cx="5431742" cy="0"/>
          </a:xfrm>
          <a:prstGeom prst="line">
            <a:avLst/>
          </a:prstGeom>
          <a:ln w="38100">
            <a:solidFill>
              <a:srgbClr val="5F9EA0"/>
            </a:solidFill>
          </a:ln>
        </p:spPr>
        <p:style>
          <a:lnRef idx="1">
            <a:schemeClr val="accent1"/>
          </a:lnRef>
          <a:fillRef idx="0">
            <a:schemeClr val="accent1"/>
          </a:fillRef>
          <a:effectRef idx="0">
            <a:schemeClr val="accent1"/>
          </a:effectRef>
          <a:fontRef idx="minor">
            <a:schemeClr val="tx1"/>
          </a:fontRef>
        </p:style>
      </p:cxnSp>
      <p:pic>
        <p:nvPicPr>
          <p:cNvPr id="1030" name="Picture 6" descr="Detective Man Holding A Magnifying Glass, Holding A Magnifying Glass,  Detective PNG Transparent Image and Clipart for Free Download">
            <a:extLst>
              <a:ext uri="{FF2B5EF4-FFF2-40B4-BE49-F238E27FC236}">
                <a16:creationId xmlns:a16="http://schemas.microsoft.com/office/drawing/2014/main" id="{CD22D409-6D56-B806-3E05-BF18801B2E4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73340" y="986737"/>
            <a:ext cx="3044983" cy="3044983"/>
          </a:xfrm>
          <a:prstGeom prst="rect">
            <a:avLst/>
          </a:prstGeom>
          <a:noFill/>
          <a:scene3d>
            <a:camera prst="isometricOffAxis2Left"/>
            <a:lightRig rig="threePt" dir="t"/>
          </a:scene3d>
          <a:extLst>
            <a:ext uri="{909E8E84-426E-40DD-AFC4-6F175D3DCCD1}">
              <a14:hiddenFill xmlns:a14="http://schemas.microsoft.com/office/drawing/2010/main">
                <a:solidFill>
                  <a:srgbClr val="FFFFFF"/>
                </a:solidFill>
              </a14:hiddenFill>
            </a:ext>
          </a:extLst>
        </p:spPr>
      </p:pic>
      <p:pic>
        <p:nvPicPr>
          <p:cNvPr id="1032" name="Picture 8" descr="r/wallpaper - a pile of video game covers">
            <a:extLst>
              <a:ext uri="{FF2B5EF4-FFF2-40B4-BE49-F238E27FC236}">
                <a16:creationId xmlns:a16="http://schemas.microsoft.com/office/drawing/2014/main" id="{D6E1B710-0DB3-8276-2D64-A38DB173DCA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66607" y="1124577"/>
            <a:ext cx="5431742" cy="3055355"/>
          </a:xfrm>
          <a:prstGeom prst="rect">
            <a:avLst/>
          </a:prstGeom>
          <a:noFill/>
          <a:scene3d>
            <a:camera prst="perspectiveRelaxedModerately"/>
            <a:lightRig rig="threePt" dir="t"/>
          </a:scene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612559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5CA2F3-729D-7F9E-8281-D8C46BE4D174}"/>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65F92CC7-9D46-734F-30C2-D6AC0FBAFB1E}"/>
              </a:ext>
            </a:extLst>
          </p:cNvPr>
          <p:cNvSpPr txBox="1">
            <a:spLocks/>
          </p:cNvSpPr>
          <p:nvPr/>
        </p:nvSpPr>
        <p:spPr>
          <a:xfrm>
            <a:off x="0" y="0"/>
            <a:ext cx="12192000" cy="73977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400" dirty="0">
                <a:latin typeface="Segoe UI Variable Text Semibold" pitchFamily="2" charset="0"/>
              </a:rPr>
              <a:t>Sales of the top games of all time (across all platforms)</a:t>
            </a:r>
            <a:endParaRPr lang="en-IN" sz="2400" dirty="0">
              <a:latin typeface="Segoe UI Variable Text Semibold" pitchFamily="2" charset="0"/>
            </a:endParaRPr>
          </a:p>
        </p:txBody>
      </p:sp>
      <p:sp>
        <p:nvSpPr>
          <p:cNvPr id="5" name="TextBox 4">
            <a:extLst>
              <a:ext uri="{FF2B5EF4-FFF2-40B4-BE49-F238E27FC236}">
                <a16:creationId xmlns:a16="http://schemas.microsoft.com/office/drawing/2014/main" id="{73A234F2-A54F-628E-42F9-287B9740EB78}"/>
              </a:ext>
            </a:extLst>
          </p:cNvPr>
          <p:cNvSpPr txBox="1"/>
          <p:nvPr/>
        </p:nvSpPr>
        <p:spPr>
          <a:xfrm>
            <a:off x="1578236" y="5384690"/>
            <a:ext cx="9430871" cy="400110"/>
          </a:xfrm>
          <a:prstGeom prst="rect">
            <a:avLst/>
          </a:prstGeom>
          <a:noFill/>
        </p:spPr>
        <p:txBody>
          <a:bodyPr wrap="square" rtlCol="0">
            <a:spAutoFit/>
          </a:bodyPr>
          <a:lstStyle/>
          <a:p>
            <a:r>
              <a:rPr lang="en-IN" dirty="0">
                <a:latin typeface="Segoe UI Variable Small" pitchFamily="2" charset="0"/>
              </a:rPr>
              <a:t>Across </a:t>
            </a:r>
            <a:r>
              <a:rPr lang="en-IN" sz="2000" b="1" dirty="0">
                <a:solidFill>
                  <a:srgbClr val="FF0000"/>
                </a:solidFill>
                <a:latin typeface="Segoe UI Variable Small" pitchFamily="2" charset="0"/>
              </a:rPr>
              <a:t>16.5k </a:t>
            </a:r>
            <a:r>
              <a:rPr lang="en-IN" dirty="0">
                <a:latin typeface="Segoe UI Variable Small" pitchFamily="2" charset="0"/>
              </a:rPr>
              <a:t>records – </a:t>
            </a:r>
            <a:r>
              <a:rPr lang="en-IN" dirty="0">
                <a:solidFill>
                  <a:srgbClr val="5F9EA0"/>
                </a:solidFill>
                <a:latin typeface="Segoe UI Variable Small" pitchFamily="2" charset="0"/>
              </a:rPr>
              <a:t>11.5k </a:t>
            </a:r>
            <a:r>
              <a:rPr lang="en-IN" dirty="0">
                <a:latin typeface="Segoe UI Variable Small" pitchFamily="2" charset="0"/>
              </a:rPr>
              <a:t>unique games, across </a:t>
            </a:r>
            <a:r>
              <a:rPr lang="en-IN" dirty="0">
                <a:solidFill>
                  <a:srgbClr val="5F9EA0"/>
                </a:solidFill>
                <a:latin typeface="Segoe UI Variable Small" pitchFamily="2" charset="0"/>
              </a:rPr>
              <a:t>579 </a:t>
            </a:r>
            <a:r>
              <a:rPr lang="en-IN" dirty="0">
                <a:latin typeface="Segoe UI Variable Small" pitchFamily="2" charset="0"/>
              </a:rPr>
              <a:t>publishers and </a:t>
            </a:r>
            <a:r>
              <a:rPr lang="en-IN" dirty="0">
                <a:solidFill>
                  <a:srgbClr val="5F9EA0"/>
                </a:solidFill>
                <a:latin typeface="Segoe UI Variable Small" pitchFamily="2" charset="0"/>
              </a:rPr>
              <a:t>31 </a:t>
            </a:r>
            <a:r>
              <a:rPr lang="en-IN" dirty="0">
                <a:latin typeface="Segoe UI Variable Small" pitchFamily="2" charset="0"/>
              </a:rPr>
              <a:t>platforms</a:t>
            </a:r>
          </a:p>
        </p:txBody>
      </p:sp>
      <p:pic>
        <p:nvPicPr>
          <p:cNvPr id="1026" name="Picture 2">
            <a:extLst>
              <a:ext uri="{FF2B5EF4-FFF2-40B4-BE49-F238E27FC236}">
                <a16:creationId xmlns:a16="http://schemas.microsoft.com/office/drawing/2014/main" id="{AD4DAA99-FAA1-ECD6-F23D-18FBB928C1A8}"/>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sharpenSoften amount="25000"/>
                    </a14:imgEffect>
                  </a14:imgLayer>
                </a14:imgProps>
              </a:ext>
              <a:ext uri="{28A0092B-C50C-407E-A947-70E740481C1C}">
                <a14:useLocalDpi xmlns:a14="http://schemas.microsoft.com/office/drawing/2010/main" val="0"/>
              </a:ext>
            </a:extLst>
          </a:blip>
          <a:srcRect l="1106" t="9288" b="12555"/>
          <a:stretch/>
        </p:blipFill>
        <p:spPr bwMode="auto">
          <a:xfrm>
            <a:off x="0" y="2246856"/>
            <a:ext cx="12192000" cy="862104"/>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8D97CBAC-9A93-7511-93F0-6532C573BF31}"/>
              </a:ext>
            </a:extLst>
          </p:cNvPr>
          <p:cNvSpPr/>
          <p:nvPr/>
        </p:nvSpPr>
        <p:spPr>
          <a:xfrm>
            <a:off x="3200399" y="2404873"/>
            <a:ext cx="8542020" cy="502920"/>
          </a:xfrm>
          <a:prstGeom prst="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D1B23883-A249-ED17-7093-171C4238FCDB}"/>
              </a:ext>
            </a:extLst>
          </p:cNvPr>
          <p:cNvSpPr txBox="1"/>
          <p:nvPr/>
        </p:nvSpPr>
        <p:spPr>
          <a:xfrm>
            <a:off x="5431394" y="3108960"/>
            <a:ext cx="1707519" cy="276999"/>
          </a:xfrm>
          <a:prstGeom prst="rect">
            <a:avLst/>
          </a:prstGeom>
          <a:noFill/>
        </p:spPr>
        <p:txBody>
          <a:bodyPr wrap="none" rtlCol="0">
            <a:spAutoFit/>
          </a:bodyPr>
          <a:lstStyle/>
          <a:p>
            <a:r>
              <a:rPr lang="en-US" sz="1200" dirty="0"/>
              <a:t>Global Sales (in millions)</a:t>
            </a:r>
            <a:endParaRPr lang="en-IN" sz="1200" dirty="0"/>
          </a:p>
        </p:txBody>
      </p:sp>
      <p:graphicFrame>
        <p:nvGraphicFramePr>
          <p:cNvPr id="6" name="Table 5">
            <a:extLst>
              <a:ext uri="{FF2B5EF4-FFF2-40B4-BE49-F238E27FC236}">
                <a16:creationId xmlns:a16="http://schemas.microsoft.com/office/drawing/2014/main" id="{E053FDC4-B412-85CD-0EF9-EEA7F3CAF13C}"/>
              </a:ext>
            </a:extLst>
          </p:cNvPr>
          <p:cNvGraphicFramePr>
            <a:graphicFrameLocks noGrp="1"/>
          </p:cNvGraphicFramePr>
          <p:nvPr>
            <p:extLst>
              <p:ext uri="{D42A27DB-BD31-4B8C-83A1-F6EECF244321}">
                <p14:modId xmlns:p14="http://schemas.microsoft.com/office/powerpoint/2010/main" val="2221652849"/>
              </p:ext>
            </p:extLst>
          </p:nvPr>
        </p:nvGraphicFramePr>
        <p:xfrm>
          <a:off x="4181574" y="3541617"/>
          <a:ext cx="3883510" cy="641544"/>
        </p:xfrm>
        <a:graphic>
          <a:graphicData uri="http://schemas.openxmlformats.org/drawingml/2006/table">
            <a:tbl>
              <a:tblPr firstRow="1">
                <a:effectLst>
                  <a:outerShdw blurRad="63500" sx="102000" sy="102000" algn="ctr" rotWithShape="0">
                    <a:prstClr val="black">
                      <a:alpha val="40000"/>
                    </a:prstClr>
                  </a:outerShdw>
                </a:effectLst>
                <a:tableStyleId>{7E9639D4-E3E2-4D34-9284-5A2195B3D0D7}</a:tableStyleId>
              </a:tblPr>
              <a:tblGrid>
                <a:gridCol w="606105">
                  <a:extLst>
                    <a:ext uri="{9D8B030D-6E8A-4147-A177-3AD203B41FA5}">
                      <a16:colId xmlns:a16="http://schemas.microsoft.com/office/drawing/2014/main" val="1459820092"/>
                    </a:ext>
                  </a:extLst>
                </a:gridCol>
                <a:gridCol w="566795">
                  <a:extLst>
                    <a:ext uri="{9D8B030D-6E8A-4147-A177-3AD203B41FA5}">
                      <a16:colId xmlns:a16="http://schemas.microsoft.com/office/drawing/2014/main" val="899645575"/>
                    </a:ext>
                  </a:extLst>
                </a:gridCol>
                <a:gridCol w="958068">
                  <a:extLst>
                    <a:ext uri="{9D8B030D-6E8A-4147-A177-3AD203B41FA5}">
                      <a16:colId xmlns:a16="http://schemas.microsoft.com/office/drawing/2014/main" val="3744612581"/>
                    </a:ext>
                  </a:extLst>
                </a:gridCol>
                <a:gridCol w="575423">
                  <a:extLst>
                    <a:ext uri="{9D8B030D-6E8A-4147-A177-3AD203B41FA5}">
                      <a16:colId xmlns:a16="http://schemas.microsoft.com/office/drawing/2014/main" val="3874996256"/>
                    </a:ext>
                  </a:extLst>
                </a:gridCol>
                <a:gridCol w="561585">
                  <a:extLst>
                    <a:ext uri="{9D8B030D-6E8A-4147-A177-3AD203B41FA5}">
                      <a16:colId xmlns:a16="http://schemas.microsoft.com/office/drawing/2014/main" val="4175593619"/>
                    </a:ext>
                  </a:extLst>
                </a:gridCol>
                <a:gridCol w="615534">
                  <a:extLst>
                    <a:ext uri="{9D8B030D-6E8A-4147-A177-3AD203B41FA5}">
                      <a16:colId xmlns:a16="http://schemas.microsoft.com/office/drawing/2014/main" val="618377236"/>
                    </a:ext>
                  </a:extLst>
                </a:gridCol>
              </a:tblGrid>
              <a:tr h="320772">
                <a:tc>
                  <a:txBody>
                    <a:bodyPr/>
                    <a:lstStyle/>
                    <a:p>
                      <a:pPr algn="ctr" fontAlgn="b"/>
                      <a:r>
                        <a:rPr lang="en-US" sz="1200" b="0" u="none" strike="noStrike" kern="1200" dirty="0">
                          <a:solidFill>
                            <a:schemeClr val="bg1"/>
                          </a:solidFill>
                          <a:effectLst/>
                          <a:latin typeface="Segoe UI Variable Small" pitchFamily="2" charset="0"/>
                          <a:ea typeface="+mn-ea"/>
                          <a:cs typeface="+mn-cs"/>
                        </a:rPr>
                        <a:t>Mean</a:t>
                      </a:r>
                      <a:endParaRPr lang="en-IN" sz="1200" b="0" u="none" strike="noStrike" kern="1200" dirty="0">
                        <a:solidFill>
                          <a:schemeClr val="bg1"/>
                        </a:solidFill>
                        <a:effectLst/>
                        <a:latin typeface="Segoe UI Variable Small" pitchFamily="2" charset="0"/>
                        <a:ea typeface="+mn-ea"/>
                        <a:cs typeface="+mn-cs"/>
                      </a:endParaRPr>
                    </a:p>
                  </a:txBody>
                  <a:tcPr marL="4529" marR="4529" marT="4529"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5F9EA0"/>
                    </a:solidFill>
                  </a:tcPr>
                </a:tc>
                <a:tc>
                  <a:txBody>
                    <a:bodyPr/>
                    <a:lstStyle/>
                    <a:p>
                      <a:pPr algn="ctr" fontAlgn="b"/>
                      <a:r>
                        <a:rPr lang="en-US" sz="1200" b="0" i="0" u="none" strike="noStrike" dirty="0">
                          <a:solidFill>
                            <a:schemeClr val="bg1"/>
                          </a:solidFill>
                          <a:effectLst/>
                          <a:latin typeface="Segoe UI Variable Small" pitchFamily="2" charset="0"/>
                        </a:rPr>
                        <a:t>SD</a:t>
                      </a:r>
                      <a:endParaRPr lang="en-IN" sz="1200" b="0" i="0" u="none" strike="noStrike" dirty="0">
                        <a:solidFill>
                          <a:schemeClr val="bg1"/>
                        </a:solidFill>
                        <a:effectLst/>
                        <a:latin typeface="Segoe UI Variable Small" pitchFamily="2" charset="0"/>
                      </a:endParaRPr>
                    </a:p>
                  </a:txBody>
                  <a:tcPr marL="4529" marR="4529" marT="4529"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5F9EA0"/>
                    </a:solidFill>
                  </a:tcPr>
                </a:tc>
                <a:tc>
                  <a:txBody>
                    <a:bodyPr/>
                    <a:lstStyle/>
                    <a:p>
                      <a:pPr algn="ctr" fontAlgn="b"/>
                      <a:r>
                        <a:rPr lang="en-US" sz="1200" b="0" i="0" u="none" strike="noStrike" dirty="0">
                          <a:solidFill>
                            <a:schemeClr val="bg1"/>
                          </a:solidFill>
                          <a:effectLst/>
                          <a:latin typeface="Segoe UI Variable Small" pitchFamily="2" charset="0"/>
                        </a:rPr>
                        <a:t>Min - Max</a:t>
                      </a:r>
                      <a:endParaRPr lang="en-IN" sz="1200" b="0" i="0" u="none" strike="noStrike" dirty="0">
                        <a:solidFill>
                          <a:schemeClr val="bg1"/>
                        </a:solidFill>
                        <a:effectLst/>
                        <a:latin typeface="Segoe UI Variable Small" pitchFamily="2" charset="0"/>
                      </a:endParaRPr>
                    </a:p>
                  </a:txBody>
                  <a:tcPr marL="4529" marR="4529" marT="4529"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5F9EA0"/>
                    </a:solidFill>
                  </a:tcPr>
                </a:tc>
                <a:tc>
                  <a:txBody>
                    <a:bodyPr/>
                    <a:lstStyle/>
                    <a:p>
                      <a:pPr algn="ctr" fontAlgn="b"/>
                      <a:r>
                        <a:rPr lang="en-US" sz="1200" b="0" i="0" u="none" strike="noStrike" dirty="0">
                          <a:solidFill>
                            <a:schemeClr val="bg1"/>
                          </a:solidFill>
                          <a:effectLst/>
                          <a:latin typeface="Segoe UI Variable Small" pitchFamily="2" charset="0"/>
                        </a:rPr>
                        <a:t>25%</a:t>
                      </a:r>
                      <a:endParaRPr lang="en-IN" sz="1200" b="0" i="0" u="none" strike="noStrike" dirty="0">
                        <a:solidFill>
                          <a:schemeClr val="bg1"/>
                        </a:solidFill>
                        <a:effectLst/>
                        <a:latin typeface="Segoe UI Variable Small" pitchFamily="2" charset="0"/>
                      </a:endParaRPr>
                    </a:p>
                  </a:txBody>
                  <a:tcPr marL="4529" marR="4529" marT="4529"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5F9EA0"/>
                    </a:solidFill>
                  </a:tcPr>
                </a:tc>
                <a:tc>
                  <a:txBody>
                    <a:bodyPr/>
                    <a:lstStyle/>
                    <a:p>
                      <a:pPr algn="ctr" fontAlgn="b"/>
                      <a:r>
                        <a:rPr lang="en-US" sz="1200" b="0" i="0" u="none" strike="noStrike" dirty="0">
                          <a:solidFill>
                            <a:schemeClr val="bg1"/>
                          </a:solidFill>
                          <a:effectLst/>
                          <a:latin typeface="Segoe UI Variable Small" pitchFamily="2" charset="0"/>
                        </a:rPr>
                        <a:t>50%</a:t>
                      </a:r>
                      <a:endParaRPr lang="en-IN" sz="1200" b="0" i="0" u="none" strike="noStrike" dirty="0">
                        <a:solidFill>
                          <a:schemeClr val="bg1"/>
                        </a:solidFill>
                        <a:effectLst/>
                        <a:latin typeface="Segoe UI Variable Small" pitchFamily="2" charset="0"/>
                      </a:endParaRPr>
                    </a:p>
                  </a:txBody>
                  <a:tcPr marL="4529" marR="4529" marT="4529"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5F9EA0"/>
                    </a:solidFill>
                  </a:tcPr>
                </a:tc>
                <a:tc>
                  <a:txBody>
                    <a:bodyPr/>
                    <a:lstStyle/>
                    <a:p>
                      <a:pPr algn="ctr" fontAlgn="b"/>
                      <a:r>
                        <a:rPr lang="en-US" sz="1200" b="0" i="0" u="none" strike="noStrike" dirty="0">
                          <a:solidFill>
                            <a:schemeClr val="bg1"/>
                          </a:solidFill>
                          <a:effectLst/>
                          <a:latin typeface="Segoe UI Variable Small" pitchFamily="2" charset="0"/>
                        </a:rPr>
                        <a:t>75%</a:t>
                      </a:r>
                      <a:endParaRPr lang="en-IN" sz="1200" b="0" i="0" u="none" strike="noStrike" dirty="0">
                        <a:solidFill>
                          <a:schemeClr val="bg1"/>
                        </a:solidFill>
                        <a:effectLst/>
                        <a:latin typeface="Segoe UI Variable Small" pitchFamily="2" charset="0"/>
                      </a:endParaRPr>
                    </a:p>
                  </a:txBody>
                  <a:tcPr marL="4529" marR="4529" marT="4529"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5F9EA0"/>
                    </a:solidFill>
                  </a:tcPr>
                </a:tc>
                <a:extLst>
                  <a:ext uri="{0D108BD9-81ED-4DB2-BD59-A6C34878D82A}">
                    <a16:rowId xmlns:a16="http://schemas.microsoft.com/office/drawing/2014/main" val="3731645849"/>
                  </a:ext>
                </a:extLst>
              </a:tr>
              <a:tr h="320772">
                <a:tc>
                  <a:txBody>
                    <a:bodyPr/>
                    <a:lstStyle/>
                    <a:p>
                      <a:pPr algn="ctr" fontAlgn="b"/>
                      <a:r>
                        <a:rPr lang="en-US" sz="1200" b="0" i="0" u="none" strike="noStrike" dirty="0">
                          <a:solidFill>
                            <a:srgbClr val="000000"/>
                          </a:solidFill>
                          <a:effectLst/>
                          <a:latin typeface="Segoe UI Variable Small" pitchFamily="2" charset="0"/>
                        </a:rPr>
                        <a:t>0.537</a:t>
                      </a:r>
                      <a:endParaRPr lang="en-IN" sz="1200" b="0" i="0" u="none" strike="noStrike" dirty="0">
                        <a:solidFill>
                          <a:srgbClr val="000000"/>
                        </a:solidFill>
                        <a:effectLst/>
                        <a:latin typeface="Segoe UI Variable Small" pitchFamily="2" charset="0"/>
                      </a:endParaRPr>
                    </a:p>
                  </a:txBody>
                  <a:tcPr marL="4529" marR="4529" marT="4529"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b"/>
                      <a:r>
                        <a:rPr lang="en-US" sz="1200" b="0" i="0" u="none" strike="noStrike" dirty="0">
                          <a:solidFill>
                            <a:srgbClr val="000000"/>
                          </a:solidFill>
                          <a:effectLst/>
                          <a:latin typeface="Segoe UI Variable Small" pitchFamily="2" charset="0"/>
                        </a:rPr>
                        <a:t>1.555</a:t>
                      </a:r>
                      <a:endParaRPr lang="en-IN" sz="1200" b="0" i="0" u="none" strike="noStrike" dirty="0">
                        <a:solidFill>
                          <a:srgbClr val="000000"/>
                        </a:solidFill>
                        <a:effectLst/>
                        <a:latin typeface="Segoe UI Variable Small" pitchFamily="2" charset="0"/>
                      </a:endParaRPr>
                    </a:p>
                  </a:txBody>
                  <a:tcPr marL="4529" marR="4529" marT="4529"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b"/>
                      <a:r>
                        <a:rPr lang="en-US" sz="1200" b="0" i="0" u="none" strike="noStrike" dirty="0">
                          <a:solidFill>
                            <a:srgbClr val="000000"/>
                          </a:solidFill>
                          <a:effectLst/>
                          <a:latin typeface="Segoe UI Variable Small" pitchFamily="2" charset="0"/>
                        </a:rPr>
                        <a:t>0.01 – 82.74</a:t>
                      </a:r>
                      <a:endParaRPr lang="en-IN" sz="1200" b="0" i="0" u="none" strike="noStrike" dirty="0">
                        <a:solidFill>
                          <a:srgbClr val="000000"/>
                        </a:solidFill>
                        <a:effectLst/>
                        <a:latin typeface="Segoe UI Variable Small" pitchFamily="2" charset="0"/>
                      </a:endParaRPr>
                    </a:p>
                  </a:txBody>
                  <a:tcPr marL="4529" marR="4529" marT="4529"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b"/>
                      <a:r>
                        <a:rPr lang="en-US" sz="1200" b="0" i="0" u="none" strike="noStrike" dirty="0">
                          <a:solidFill>
                            <a:srgbClr val="000000"/>
                          </a:solidFill>
                          <a:effectLst/>
                          <a:latin typeface="Segoe UI Variable Small" pitchFamily="2" charset="0"/>
                        </a:rPr>
                        <a:t>0.06</a:t>
                      </a:r>
                      <a:endParaRPr lang="en-IN" sz="1200" b="0" i="0" u="none" strike="noStrike" dirty="0">
                        <a:solidFill>
                          <a:srgbClr val="000000"/>
                        </a:solidFill>
                        <a:effectLst/>
                        <a:latin typeface="Segoe UI Variable Small" pitchFamily="2" charset="0"/>
                      </a:endParaRPr>
                    </a:p>
                  </a:txBody>
                  <a:tcPr marL="4529" marR="4529" marT="4529"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b"/>
                      <a:r>
                        <a:rPr lang="en-US" sz="1200" b="0" i="0" u="none" strike="noStrike" dirty="0">
                          <a:solidFill>
                            <a:srgbClr val="000000"/>
                          </a:solidFill>
                          <a:effectLst/>
                          <a:latin typeface="Segoe UI Variable Small" pitchFamily="2" charset="0"/>
                        </a:rPr>
                        <a:t>0.17</a:t>
                      </a:r>
                      <a:endParaRPr lang="en-IN" sz="1200" b="0" i="0" u="none" strike="noStrike" dirty="0">
                        <a:solidFill>
                          <a:srgbClr val="000000"/>
                        </a:solidFill>
                        <a:effectLst/>
                        <a:latin typeface="Segoe UI Variable Small" pitchFamily="2" charset="0"/>
                      </a:endParaRPr>
                    </a:p>
                  </a:txBody>
                  <a:tcPr marL="4529" marR="4529" marT="4529"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b"/>
                      <a:r>
                        <a:rPr lang="en-US" sz="1200" b="0" i="0" u="none" strike="noStrike" dirty="0">
                          <a:solidFill>
                            <a:srgbClr val="000000"/>
                          </a:solidFill>
                          <a:effectLst/>
                          <a:latin typeface="Segoe UI Variable Small" pitchFamily="2" charset="0"/>
                        </a:rPr>
                        <a:t>0.47</a:t>
                      </a:r>
                      <a:endParaRPr lang="en-IN" sz="1200" b="0" i="0" u="none" strike="noStrike" dirty="0">
                        <a:solidFill>
                          <a:srgbClr val="000000"/>
                        </a:solidFill>
                        <a:effectLst/>
                        <a:latin typeface="Segoe UI Variable Small" pitchFamily="2" charset="0"/>
                      </a:endParaRPr>
                    </a:p>
                  </a:txBody>
                  <a:tcPr marL="4529" marR="4529" marT="4529"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835196751"/>
                  </a:ext>
                </a:extLst>
              </a:tr>
            </a:tbl>
          </a:graphicData>
        </a:graphic>
      </p:graphicFrame>
      <p:cxnSp>
        <p:nvCxnSpPr>
          <p:cNvPr id="9" name="Straight Connector 8">
            <a:extLst>
              <a:ext uri="{FF2B5EF4-FFF2-40B4-BE49-F238E27FC236}">
                <a16:creationId xmlns:a16="http://schemas.microsoft.com/office/drawing/2014/main" id="{F0215B89-64E1-729D-4C86-32816470655D}"/>
              </a:ext>
            </a:extLst>
          </p:cNvPr>
          <p:cNvCxnSpPr>
            <a:cxnSpLocks/>
          </p:cNvCxnSpPr>
          <p:nvPr/>
        </p:nvCxnSpPr>
        <p:spPr>
          <a:xfrm flipH="1">
            <a:off x="3728474" y="751283"/>
            <a:ext cx="5431742" cy="0"/>
          </a:xfrm>
          <a:prstGeom prst="line">
            <a:avLst/>
          </a:prstGeom>
          <a:ln w="38100">
            <a:solidFill>
              <a:srgbClr val="5F9EA0"/>
            </a:solidFill>
          </a:ln>
        </p:spPr>
        <p:style>
          <a:lnRef idx="1">
            <a:schemeClr val="accent1"/>
          </a:lnRef>
          <a:fillRef idx="0">
            <a:schemeClr val="accent1"/>
          </a:fillRef>
          <a:effectRef idx="0">
            <a:schemeClr val="accent1"/>
          </a:effectRef>
          <a:fontRef idx="minor">
            <a:schemeClr val="tx1"/>
          </a:fontRef>
        </p:style>
      </p:cxnSp>
      <p:sp>
        <p:nvSpPr>
          <p:cNvPr id="10" name="Oval 9">
            <a:extLst>
              <a:ext uri="{FF2B5EF4-FFF2-40B4-BE49-F238E27FC236}">
                <a16:creationId xmlns:a16="http://schemas.microsoft.com/office/drawing/2014/main" id="{CDF4A9F9-EE17-0057-FA17-2922416C53A0}"/>
              </a:ext>
            </a:extLst>
          </p:cNvPr>
          <p:cNvSpPr/>
          <p:nvPr/>
        </p:nvSpPr>
        <p:spPr>
          <a:xfrm>
            <a:off x="475488" y="2511552"/>
            <a:ext cx="292608" cy="280416"/>
          </a:xfrm>
          <a:prstGeom prst="ellipse">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Arrow: Bent 17">
            <a:extLst>
              <a:ext uri="{FF2B5EF4-FFF2-40B4-BE49-F238E27FC236}">
                <a16:creationId xmlns:a16="http://schemas.microsoft.com/office/drawing/2014/main" id="{A1268B3B-72B1-D98C-BB38-10E1A06BB76D}"/>
              </a:ext>
            </a:extLst>
          </p:cNvPr>
          <p:cNvSpPr/>
          <p:nvPr/>
        </p:nvSpPr>
        <p:spPr>
          <a:xfrm rot="17304067" flipH="1">
            <a:off x="486597" y="1899294"/>
            <a:ext cx="826543" cy="398104"/>
          </a:xfrm>
          <a:prstGeom prst="bentArrow">
            <a:avLst>
              <a:gd name="adj1" fmla="val 2846"/>
              <a:gd name="adj2" fmla="val 13882"/>
              <a:gd name="adj3" fmla="val 15305"/>
              <a:gd name="adj4" fmla="val 87541"/>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9" name="TextBox 18">
            <a:extLst>
              <a:ext uri="{FF2B5EF4-FFF2-40B4-BE49-F238E27FC236}">
                <a16:creationId xmlns:a16="http://schemas.microsoft.com/office/drawing/2014/main" id="{F9138CE8-856E-4605-CD1F-75CA953140A2}"/>
              </a:ext>
            </a:extLst>
          </p:cNvPr>
          <p:cNvSpPr txBox="1"/>
          <p:nvPr/>
        </p:nvSpPr>
        <p:spPr>
          <a:xfrm>
            <a:off x="1219200" y="1571972"/>
            <a:ext cx="1981199" cy="369332"/>
          </a:xfrm>
          <a:prstGeom prst="rect">
            <a:avLst/>
          </a:prstGeom>
          <a:noFill/>
        </p:spPr>
        <p:txBody>
          <a:bodyPr wrap="square" rtlCol="0">
            <a:spAutoFit/>
          </a:bodyPr>
          <a:lstStyle/>
          <a:p>
            <a:r>
              <a:rPr lang="en-IN" dirty="0">
                <a:latin typeface="Segoe UI Variable Small" pitchFamily="2" charset="0"/>
              </a:rPr>
              <a:t>75% of the data</a:t>
            </a:r>
          </a:p>
        </p:txBody>
      </p:sp>
      <p:sp>
        <p:nvSpPr>
          <p:cNvPr id="20" name="TextBox 19">
            <a:extLst>
              <a:ext uri="{FF2B5EF4-FFF2-40B4-BE49-F238E27FC236}">
                <a16:creationId xmlns:a16="http://schemas.microsoft.com/office/drawing/2014/main" id="{3D9D1AE4-1505-D977-889A-3ABE8E4EDB96}"/>
              </a:ext>
            </a:extLst>
          </p:cNvPr>
          <p:cNvSpPr txBox="1"/>
          <p:nvPr/>
        </p:nvSpPr>
        <p:spPr>
          <a:xfrm>
            <a:off x="6638403" y="1904405"/>
            <a:ext cx="1426682" cy="369332"/>
          </a:xfrm>
          <a:prstGeom prst="rect">
            <a:avLst/>
          </a:prstGeom>
          <a:noFill/>
        </p:spPr>
        <p:txBody>
          <a:bodyPr wrap="square" rtlCol="0">
            <a:spAutoFit/>
          </a:bodyPr>
          <a:lstStyle/>
          <a:p>
            <a:r>
              <a:rPr lang="en-IN" dirty="0">
                <a:solidFill>
                  <a:srgbClr val="FF0000"/>
                </a:solidFill>
                <a:latin typeface="Segoe UI Variable Small" pitchFamily="2" charset="0"/>
              </a:rPr>
              <a:t>Main focus</a:t>
            </a:r>
          </a:p>
        </p:txBody>
      </p:sp>
    </p:spTree>
    <p:extLst>
      <p:ext uri="{BB962C8B-B14F-4D97-AF65-F5344CB8AC3E}">
        <p14:creationId xmlns:p14="http://schemas.microsoft.com/office/powerpoint/2010/main" val="267151261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0" grpId="0" animBg="1"/>
      <p:bldP spid="18" grpId="0" animBg="1"/>
      <p:bldP spid="19" grpId="0"/>
      <p:bldP spid="20"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7A8C48-6424-9C60-0AA4-4AD6638A21D7}"/>
              </a:ext>
            </a:extLst>
          </p:cNvPr>
          <p:cNvSpPr>
            <a:spLocks noGrp="1"/>
          </p:cNvSpPr>
          <p:nvPr>
            <p:ph type="title"/>
          </p:nvPr>
        </p:nvSpPr>
        <p:spPr>
          <a:xfrm>
            <a:off x="0" y="11508"/>
            <a:ext cx="12192000" cy="739775"/>
          </a:xfrm>
        </p:spPr>
        <p:txBody>
          <a:bodyPr>
            <a:normAutofit/>
          </a:bodyPr>
          <a:lstStyle/>
          <a:p>
            <a:pPr algn="ctr"/>
            <a:r>
              <a:rPr lang="en-US" sz="2400" dirty="0">
                <a:latin typeface="Segoe UI Variable Text Semibold" pitchFamily="2" charset="0"/>
              </a:rPr>
              <a:t>Sales of the top </a:t>
            </a:r>
            <a:r>
              <a:rPr lang="en-US" sz="2400" dirty="0">
                <a:solidFill>
                  <a:srgbClr val="FF0000"/>
                </a:solidFill>
                <a:latin typeface="Segoe UI Variable Text Semibold" pitchFamily="2" charset="0"/>
              </a:rPr>
              <a:t>20</a:t>
            </a:r>
            <a:r>
              <a:rPr lang="en-US" sz="2400" dirty="0">
                <a:latin typeface="Segoe UI Variable Text Semibold" pitchFamily="2" charset="0"/>
              </a:rPr>
              <a:t> games of all time </a:t>
            </a:r>
            <a:r>
              <a:rPr lang="en-US" sz="2400" strike="sngStrike" dirty="0">
                <a:solidFill>
                  <a:schemeClr val="bg2">
                    <a:lumMod val="90000"/>
                  </a:schemeClr>
                </a:solidFill>
                <a:latin typeface="Segoe UI Variable Text Semibold" pitchFamily="2" charset="0"/>
              </a:rPr>
              <a:t>(across all platforms)</a:t>
            </a:r>
            <a:endParaRPr lang="en-IN" sz="2400" strike="sngStrike" dirty="0">
              <a:solidFill>
                <a:schemeClr val="bg2">
                  <a:lumMod val="90000"/>
                </a:schemeClr>
              </a:solidFill>
              <a:latin typeface="Segoe UI Variable Text Semibold" pitchFamily="2" charset="0"/>
            </a:endParaRPr>
          </a:p>
        </p:txBody>
      </p:sp>
      <p:pic>
        <p:nvPicPr>
          <p:cNvPr id="16" name="Picture 15">
            <a:extLst>
              <a:ext uri="{FF2B5EF4-FFF2-40B4-BE49-F238E27FC236}">
                <a16:creationId xmlns:a16="http://schemas.microsoft.com/office/drawing/2014/main" id="{70B085C9-EBBF-79C3-24C1-51D9204B65BC}"/>
              </a:ext>
            </a:extLst>
          </p:cNvPr>
          <p:cNvPicPr>
            <a:picLocks noChangeAspect="1"/>
          </p:cNvPicPr>
          <p:nvPr/>
        </p:nvPicPr>
        <p:blipFill>
          <a:blip r:embed="rId3">
            <a:clrChange>
              <a:clrFrom>
                <a:srgbClr val="FFFFFF"/>
              </a:clrFrom>
              <a:clrTo>
                <a:srgbClr val="FFFFFF">
                  <a:alpha val="0"/>
                </a:srgbClr>
              </a:clrTo>
            </a:clrChange>
          </a:blip>
          <a:srcRect t="1968"/>
          <a:stretch/>
        </p:blipFill>
        <p:spPr>
          <a:xfrm>
            <a:off x="194142" y="673409"/>
            <a:ext cx="7267575" cy="6106717"/>
          </a:xfrm>
          <a:prstGeom prst="rect">
            <a:avLst/>
          </a:prstGeom>
        </p:spPr>
      </p:pic>
      <p:graphicFrame>
        <p:nvGraphicFramePr>
          <p:cNvPr id="21" name="Table 20">
            <a:extLst>
              <a:ext uri="{FF2B5EF4-FFF2-40B4-BE49-F238E27FC236}">
                <a16:creationId xmlns:a16="http://schemas.microsoft.com/office/drawing/2014/main" id="{1C6312D0-89A3-EE37-125C-1646A5388703}"/>
              </a:ext>
            </a:extLst>
          </p:cNvPr>
          <p:cNvGraphicFramePr>
            <a:graphicFrameLocks noGrp="1"/>
          </p:cNvGraphicFramePr>
          <p:nvPr>
            <p:extLst>
              <p:ext uri="{D42A27DB-BD31-4B8C-83A1-F6EECF244321}">
                <p14:modId xmlns:p14="http://schemas.microsoft.com/office/powerpoint/2010/main" val="4032072247"/>
              </p:ext>
            </p:extLst>
          </p:nvPr>
        </p:nvGraphicFramePr>
        <p:xfrm>
          <a:off x="7655859" y="751282"/>
          <a:ext cx="4495800" cy="5950973"/>
        </p:xfrm>
        <a:graphic>
          <a:graphicData uri="http://schemas.openxmlformats.org/drawingml/2006/table">
            <a:tbl>
              <a:tblPr firstRow="1">
                <a:tableStyleId>{7E9639D4-E3E2-4D34-9284-5A2195B3D0D7}</a:tableStyleId>
              </a:tblPr>
              <a:tblGrid>
                <a:gridCol w="414257">
                  <a:extLst>
                    <a:ext uri="{9D8B030D-6E8A-4147-A177-3AD203B41FA5}">
                      <a16:colId xmlns:a16="http://schemas.microsoft.com/office/drawing/2014/main" val="1459820092"/>
                    </a:ext>
                  </a:extLst>
                </a:gridCol>
                <a:gridCol w="2272476">
                  <a:extLst>
                    <a:ext uri="{9D8B030D-6E8A-4147-A177-3AD203B41FA5}">
                      <a16:colId xmlns:a16="http://schemas.microsoft.com/office/drawing/2014/main" val="899645575"/>
                    </a:ext>
                  </a:extLst>
                </a:gridCol>
                <a:gridCol w="1128386">
                  <a:extLst>
                    <a:ext uri="{9D8B030D-6E8A-4147-A177-3AD203B41FA5}">
                      <a16:colId xmlns:a16="http://schemas.microsoft.com/office/drawing/2014/main" val="3874996256"/>
                    </a:ext>
                  </a:extLst>
                </a:gridCol>
                <a:gridCol w="680681">
                  <a:extLst>
                    <a:ext uri="{9D8B030D-6E8A-4147-A177-3AD203B41FA5}">
                      <a16:colId xmlns:a16="http://schemas.microsoft.com/office/drawing/2014/main" val="4175593619"/>
                    </a:ext>
                  </a:extLst>
                </a:gridCol>
              </a:tblGrid>
              <a:tr h="194383">
                <a:tc>
                  <a:txBody>
                    <a:bodyPr/>
                    <a:lstStyle/>
                    <a:p>
                      <a:pPr algn="l" fontAlgn="b"/>
                      <a:r>
                        <a:rPr lang="en-IN" sz="1200" b="1" u="none" strike="noStrike" kern="1200" dirty="0">
                          <a:solidFill>
                            <a:schemeClr val="bg1"/>
                          </a:solidFill>
                          <a:effectLst/>
                          <a:latin typeface="Segoe UI Variable Small" pitchFamily="2" charset="0"/>
                          <a:ea typeface="+mn-ea"/>
                          <a:cs typeface="+mn-cs"/>
                        </a:rPr>
                        <a:t>Rank</a:t>
                      </a:r>
                    </a:p>
                  </a:txBody>
                  <a:tcPr marL="4529" marR="4529" marT="4529" marB="0" anchor="b">
                    <a:lnL w="6350" cap="flat" cmpd="sng" algn="ctr">
                      <a:noFill/>
                      <a:prstDash val="solid"/>
                      <a:miter lim="800000"/>
                    </a:lnL>
                    <a:lnR w="12700" cap="flat" cmpd="sng" algn="ctr">
                      <a:noFill/>
                      <a:prstDash val="solid"/>
                      <a:round/>
                      <a:headEnd type="none" w="med" len="med"/>
                      <a:tailEnd type="none" w="med" len="med"/>
                    </a:lnR>
                    <a:lnT w="6350" cap="flat" cmpd="sng" algn="ctr">
                      <a:noFill/>
                      <a:prstDash val="solid"/>
                      <a:miter lim="800000"/>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5F9EA0"/>
                    </a:solidFill>
                  </a:tcPr>
                </a:tc>
                <a:tc>
                  <a:txBody>
                    <a:bodyPr/>
                    <a:lstStyle/>
                    <a:p>
                      <a:pPr algn="l" fontAlgn="b"/>
                      <a:r>
                        <a:rPr lang="en-IN" sz="1200" u="none" strike="noStrike" dirty="0">
                          <a:effectLst/>
                          <a:latin typeface="Segoe UI Variable Small" pitchFamily="2" charset="0"/>
                        </a:rPr>
                        <a:t>Name</a:t>
                      </a:r>
                      <a:endParaRPr lang="en-IN" sz="1200" b="0" i="0" u="none" strike="noStrike" dirty="0">
                        <a:solidFill>
                          <a:srgbClr val="000000"/>
                        </a:solidFill>
                        <a:effectLst/>
                        <a:latin typeface="Segoe UI Variable Small" pitchFamily="2" charset="0"/>
                      </a:endParaRPr>
                    </a:p>
                  </a:txBody>
                  <a:tcPr marL="4529" marR="4529" marT="4529" marB="0" anchor="b">
                    <a:lnL w="6350" cap="flat" cmpd="sng" algn="ctr">
                      <a:noFill/>
                      <a:prstDash val="solid"/>
                      <a:miter lim="800000"/>
                    </a:lnL>
                    <a:lnR w="12700" cap="flat" cmpd="sng" algn="ctr">
                      <a:noFill/>
                      <a:prstDash val="solid"/>
                      <a:round/>
                      <a:headEnd type="none" w="med" len="med"/>
                      <a:tailEnd type="none" w="med" len="med"/>
                    </a:lnR>
                    <a:lnT w="6350" cap="flat" cmpd="sng" algn="ctr">
                      <a:noFill/>
                      <a:prstDash val="solid"/>
                      <a:miter lim="800000"/>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5F9EA0"/>
                    </a:solidFill>
                  </a:tcPr>
                </a:tc>
                <a:tc>
                  <a:txBody>
                    <a:bodyPr/>
                    <a:lstStyle/>
                    <a:p>
                      <a:pPr algn="l" fontAlgn="b"/>
                      <a:r>
                        <a:rPr lang="en-IN" sz="1200" u="none" strike="noStrike" dirty="0">
                          <a:effectLst/>
                          <a:latin typeface="Segoe UI Variable Small" pitchFamily="2" charset="0"/>
                        </a:rPr>
                        <a:t>Publisher</a:t>
                      </a:r>
                      <a:endParaRPr lang="en-IN" sz="1200" b="0" i="0" u="none" strike="noStrike" dirty="0">
                        <a:solidFill>
                          <a:srgbClr val="000000"/>
                        </a:solidFill>
                        <a:effectLst/>
                        <a:latin typeface="Segoe UI Variable Small" pitchFamily="2" charset="0"/>
                      </a:endParaRPr>
                    </a:p>
                  </a:txBody>
                  <a:tcPr marL="4529" marR="4529" marT="4529"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miter lim="800000"/>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5F9EA0"/>
                    </a:solidFill>
                  </a:tcPr>
                </a:tc>
                <a:tc>
                  <a:txBody>
                    <a:bodyPr/>
                    <a:lstStyle/>
                    <a:p>
                      <a:pPr algn="l" fontAlgn="b"/>
                      <a:r>
                        <a:rPr lang="en-IN" sz="1200" u="none" strike="noStrike" dirty="0">
                          <a:effectLst/>
                          <a:latin typeface="Segoe UI Variable Small" pitchFamily="2" charset="0"/>
                        </a:rPr>
                        <a:t>Platform</a:t>
                      </a:r>
                      <a:endParaRPr lang="en-IN" sz="1200" b="0" i="0" u="none" strike="noStrike" dirty="0">
                        <a:solidFill>
                          <a:srgbClr val="000000"/>
                        </a:solidFill>
                        <a:effectLst/>
                        <a:latin typeface="Segoe UI Variable Small" pitchFamily="2" charset="0"/>
                      </a:endParaRPr>
                    </a:p>
                  </a:txBody>
                  <a:tcPr marL="4529" marR="4529" marT="4529" marB="0" anchor="b">
                    <a:lnL w="12700" cap="flat" cmpd="sng" algn="ctr">
                      <a:noFill/>
                      <a:prstDash val="solid"/>
                      <a:round/>
                      <a:headEnd type="none" w="med" len="med"/>
                      <a:tailEnd type="none" w="med" len="med"/>
                    </a:lnL>
                    <a:lnR w="6350" cap="flat" cmpd="sng" algn="ctr">
                      <a:noFill/>
                      <a:prstDash val="solid"/>
                      <a:miter lim="800000"/>
                    </a:lnR>
                    <a:lnT w="6350" cap="flat" cmpd="sng" algn="ctr">
                      <a:noFill/>
                      <a:prstDash val="solid"/>
                      <a:miter lim="800000"/>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5F9EA0"/>
                    </a:solidFill>
                  </a:tcPr>
                </a:tc>
                <a:extLst>
                  <a:ext uri="{0D108BD9-81ED-4DB2-BD59-A6C34878D82A}">
                    <a16:rowId xmlns:a16="http://schemas.microsoft.com/office/drawing/2014/main" val="3731645849"/>
                  </a:ext>
                </a:extLst>
              </a:tr>
              <a:tr h="194383">
                <a:tc>
                  <a:txBody>
                    <a:bodyPr/>
                    <a:lstStyle/>
                    <a:p>
                      <a:pPr algn="ctr" fontAlgn="b"/>
                      <a:r>
                        <a:rPr lang="en-IN" sz="1200" b="0" i="0" u="none" strike="noStrike" dirty="0">
                          <a:solidFill>
                            <a:srgbClr val="000000"/>
                          </a:solidFill>
                          <a:effectLst/>
                          <a:latin typeface="Segoe UI Variable Small" pitchFamily="2" charset="0"/>
                        </a:rPr>
                        <a:t>1</a:t>
                      </a:r>
                    </a:p>
                  </a:txBody>
                  <a:tcPr marL="4529" marR="4529" marT="4529" marB="0" anchor="b">
                    <a:lnL w="6350" cap="flat" cmpd="sng" algn="ctr">
                      <a:noFill/>
                      <a:prstDash val="solid"/>
                      <a:miter lim="800000"/>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algn="l" fontAlgn="b"/>
                      <a:r>
                        <a:rPr lang="en-IN" sz="1200" u="none" strike="noStrike" dirty="0">
                          <a:effectLst/>
                          <a:latin typeface="Segoe UI Variable Small" pitchFamily="2" charset="0"/>
                        </a:rPr>
                        <a:t>Wii Sports</a:t>
                      </a:r>
                      <a:endParaRPr lang="en-IN" sz="1200" b="0" i="0" u="none" strike="noStrike" dirty="0">
                        <a:solidFill>
                          <a:srgbClr val="000000"/>
                        </a:solidFill>
                        <a:effectLst/>
                        <a:latin typeface="Segoe UI Variable Small" pitchFamily="2" charset="0"/>
                      </a:endParaRPr>
                    </a:p>
                  </a:txBody>
                  <a:tcPr marL="4529" marR="4529" marT="4529" marB="0" anchor="b">
                    <a:lnL w="6350" cap="flat" cmpd="sng" algn="ctr">
                      <a:noFill/>
                      <a:prstDash val="solid"/>
                      <a:miter lim="800000"/>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algn="l" fontAlgn="b"/>
                      <a:r>
                        <a:rPr lang="en-IN" sz="1200" u="none" strike="noStrike" dirty="0">
                          <a:effectLst/>
                          <a:latin typeface="Segoe UI Variable Small" pitchFamily="2" charset="0"/>
                        </a:rPr>
                        <a:t>Nintendo</a:t>
                      </a:r>
                      <a:endParaRPr lang="en-IN" sz="1200" b="0" i="0" u="none" strike="noStrike" dirty="0">
                        <a:solidFill>
                          <a:srgbClr val="000000"/>
                        </a:solidFill>
                        <a:effectLst/>
                        <a:latin typeface="Segoe UI Variable Small" pitchFamily="2" charset="0"/>
                      </a:endParaRPr>
                    </a:p>
                  </a:txBody>
                  <a:tcPr marL="4529" marR="4529" marT="4529" marB="0" anchor="b">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algn="l" fontAlgn="b"/>
                      <a:r>
                        <a:rPr lang="en-IN" sz="1200" u="none" strike="noStrike" dirty="0">
                          <a:effectLst/>
                          <a:latin typeface="Segoe UI Variable Small" pitchFamily="2" charset="0"/>
                        </a:rPr>
                        <a:t>Wii</a:t>
                      </a:r>
                      <a:endParaRPr lang="en-IN" sz="1200" b="0" i="0" u="none" strike="noStrike" dirty="0">
                        <a:solidFill>
                          <a:srgbClr val="000000"/>
                        </a:solidFill>
                        <a:effectLst/>
                        <a:latin typeface="Segoe UI Variable Small" pitchFamily="2" charset="0"/>
                      </a:endParaRPr>
                    </a:p>
                  </a:txBody>
                  <a:tcPr marL="4529" marR="4529" marT="4529" marB="0" anchor="b">
                    <a:lnL>
                      <a:noFill/>
                    </a:lnL>
                    <a:lnR w="6350" cap="flat" cmpd="sng" algn="ctr">
                      <a:noFill/>
                      <a:prstDash val="solid"/>
                      <a:miter lim="800000"/>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tcPr>
                </a:tc>
                <a:extLst>
                  <a:ext uri="{0D108BD9-81ED-4DB2-BD59-A6C34878D82A}">
                    <a16:rowId xmlns:a16="http://schemas.microsoft.com/office/drawing/2014/main" val="2835196751"/>
                  </a:ext>
                </a:extLst>
              </a:tr>
              <a:tr h="252720">
                <a:tc>
                  <a:txBody>
                    <a:bodyPr/>
                    <a:lstStyle/>
                    <a:p>
                      <a:pPr algn="ctr" fontAlgn="b"/>
                      <a:r>
                        <a:rPr lang="en-IN" sz="1200" b="0" i="0" u="none" strike="noStrike" dirty="0">
                          <a:solidFill>
                            <a:srgbClr val="000000"/>
                          </a:solidFill>
                          <a:effectLst/>
                          <a:latin typeface="Segoe UI Variable Small" pitchFamily="2" charset="0"/>
                        </a:rPr>
                        <a:t>2</a:t>
                      </a:r>
                    </a:p>
                  </a:txBody>
                  <a:tcPr marL="4529" marR="4529" marT="4529" marB="0" anchor="b">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l" fontAlgn="b"/>
                      <a:r>
                        <a:rPr lang="en-IN" sz="1200" u="none" strike="noStrike">
                          <a:effectLst/>
                          <a:latin typeface="Segoe UI Variable Small" pitchFamily="2" charset="0"/>
                        </a:rPr>
                        <a:t>Super Mario Bros.</a:t>
                      </a:r>
                      <a:endParaRPr lang="en-IN" sz="1200" b="0" i="0" u="none" strike="noStrike">
                        <a:solidFill>
                          <a:srgbClr val="000000"/>
                        </a:solidFill>
                        <a:effectLst/>
                        <a:latin typeface="Segoe UI Variable Small" pitchFamily="2" charset="0"/>
                      </a:endParaRPr>
                    </a:p>
                  </a:txBody>
                  <a:tcPr marL="4529" marR="4529" marT="4529" marB="0" anchor="b">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l" fontAlgn="b"/>
                      <a:r>
                        <a:rPr lang="en-IN" sz="1200" u="none" strike="noStrike">
                          <a:effectLst/>
                          <a:latin typeface="Segoe UI Variable Small" pitchFamily="2" charset="0"/>
                        </a:rPr>
                        <a:t>Nintendo</a:t>
                      </a:r>
                      <a:endParaRPr lang="en-IN" sz="1200" b="0" i="0" u="none" strike="noStrike">
                        <a:solidFill>
                          <a:srgbClr val="000000"/>
                        </a:solidFill>
                        <a:effectLst/>
                        <a:latin typeface="Segoe UI Variable Small" pitchFamily="2" charset="0"/>
                      </a:endParaRPr>
                    </a:p>
                  </a:txBody>
                  <a:tcPr marL="4529" marR="4529" marT="4529" marB="0" anchor="b">
                    <a:lnL>
                      <a:noFill/>
                    </a:lnL>
                    <a:lnR>
                      <a:noFill/>
                    </a:lnR>
                    <a:lnT>
                      <a:noFill/>
                    </a:lnT>
                    <a:lnB>
                      <a:noFill/>
                    </a:lnB>
                    <a:lnTlToBr w="12700" cmpd="sng">
                      <a:noFill/>
                      <a:prstDash val="solid"/>
                    </a:lnTlToBr>
                    <a:lnBlToTr w="12700" cmpd="sng">
                      <a:noFill/>
                      <a:prstDash val="solid"/>
                    </a:lnBlToTr>
                  </a:tcPr>
                </a:tc>
                <a:tc>
                  <a:txBody>
                    <a:bodyPr/>
                    <a:lstStyle/>
                    <a:p>
                      <a:pPr algn="l" fontAlgn="b"/>
                      <a:r>
                        <a:rPr lang="en-IN" sz="1200" u="none" strike="noStrike">
                          <a:effectLst/>
                          <a:latin typeface="Segoe UI Variable Small" pitchFamily="2" charset="0"/>
                        </a:rPr>
                        <a:t>NES</a:t>
                      </a:r>
                      <a:endParaRPr lang="en-IN" sz="1200" b="0" i="0" u="none" strike="noStrike">
                        <a:solidFill>
                          <a:srgbClr val="000000"/>
                        </a:solidFill>
                        <a:effectLst/>
                        <a:latin typeface="Segoe UI Variable Small" pitchFamily="2" charset="0"/>
                      </a:endParaRPr>
                    </a:p>
                  </a:txBody>
                  <a:tcPr marL="4529" marR="4529" marT="4529" marB="0" anchor="b">
                    <a:lnL>
                      <a:noFill/>
                    </a:lnL>
                    <a:lnR w="6350" cap="flat" cmpd="sng" algn="ctr">
                      <a:noFill/>
                      <a:prstDash val="solid"/>
                      <a:miter lim="800000"/>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476763144"/>
                  </a:ext>
                </a:extLst>
              </a:tr>
              <a:tr h="194383">
                <a:tc>
                  <a:txBody>
                    <a:bodyPr/>
                    <a:lstStyle/>
                    <a:p>
                      <a:pPr algn="ctr" fontAlgn="b"/>
                      <a:r>
                        <a:rPr lang="en-IN" sz="1200" b="0" i="0" u="none" strike="noStrike" dirty="0">
                          <a:solidFill>
                            <a:srgbClr val="000000"/>
                          </a:solidFill>
                          <a:effectLst/>
                          <a:latin typeface="Segoe UI Variable Small" pitchFamily="2" charset="0"/>
                        </a:rPr>
                        <a:t>3</a:t>
                      </a:r>
                    </a:p>
                  </a:txBody>
                  <a:tcPr marL="4529" marR="4529" marT="4529" marB="0" anchor="b">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l" fontAlgn="b"/>
                      <a:r>
                        <a:rPr lang="en-IN" sz="1200" u="none" strike="noStrike" dirty="0">
                          <a:effectLst/>
                          <a:latin typeface="Segoe UI Variable Small" pitchFamily="2" charset="0"/>
                        </a:rPr>
                        <a:t>Mario Kart Wii</a:t>
                      </a:r>
                      <a:endParaRPr lang="en-IN" sz="1200" b="0" i="0" u="none" strike="noStrike" dirty="0">
                        <a:solidFill>
                          <a:srgbClr val="000000"/>
                        </a:solidFill>
                        <a:effectLst/>
                        <a:latin typeface="Segoe UI Variable Small" pitchFamily="2" charset="0"/>
                      </a:endParaRPr>
                    </a:p>
                  </a:txBody>
                  <a:tcPr marL="4529" marR="4529" marT="4529" marB="0" anchor="b">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l" fontAlgn="b"/>
                      <a:r>
                        <a:rPr lang="en-IN" sz="1200" u="none" strike="noStrike">
                          <a:effectLst/>
                          <a:latin typeface="Segoe UI Variable Small" pitchFamily="2" charset="0"/>
                        </a:rPr>
                        <a:t>Nintendo</a:t>
                      </a:r>
                      <a:endParaRPr lang="en-IN" sz="1200" b="0" i="0" u="none" strike="noStrike">
                        <a:solidFill>
                          <a:srgbClr val="000000"/>
                        </a:solidFill>
                        <a:effectLst/>
                        <a:latin typeface="Segoe UI Variable Small" pitchFamily="2" charset="0"/>
                      </a:endParaRPr>
                    </a:p>
                  </a:txBody>
                  <a:tcPr marL="4529" marR="4529" marT="4529" marB="0" anchor="b">
                    <a:lnL>
                      <a:noFill/>
                    </a:lnL>
                    <a:lnR>
                      <a:noFill/>
                    </a:lnR>
                    <a:lnT>
                      <a:noFill/>
                    </a:lnT>
                    <a:lnB>
                      <a:noFill/>
                    </a:lnB>
                    <a:lnTlToBr w="12700" cmpd="sng">
                      <a:noFill/>
                      <a:prstDash val="solid"/>
                    </a:lnTlToBr>
                    <a:lnBlToTr w="12700" cmpd="sng">
                      <a:noFill/>
                      <a:prstDash val="solid"/>
                    </a:lnBlToTr>
                  </a:tcPr>
                </a:tc>
                <a:tc>
                  <a:txBody>
                    <a:bodyPr/>
                    <a:lstStyle/>
                    <a:p>
                      <a:pPr algn="l" fontAlgn="b"/>
                      <a:r>
                        <a:rPr lang="en-IN" sz="1200" u="none" strike="noStrike">
                          <a:effectLst/>
                          <a:latin typeface="Segoe UI Variable Small" pitchFamily="2" charset="0"/>
                        </a:rPr>
                        <a:t>Wii</a:t>
                      </a:r>
                      <a:endParaRPr lang="en-IN" sz="1200" b="0" i="0" u="none" strike="noStrike">
                        <a:solidFill>
                          <a:srgbClr val="000000"/>
                        </a:solidFill>
                        <a:effectLst/>
                        <a:latin typeface="Segoe UI Variable Small" pitchFamily="2" charset="0"/>
                      </a:endParaRPr>
                    </a:p>
                  </a:txBody>
                  <a:tcPr marL="4529" marR="4529" marT="4529" marB="0" anchor="b">
                    <a:lnL>
                      <a:noFill/>
                    </a:lnL>
                    <a:lnR w="6350" cap="flat" cmpd="sng" algn="ctr">
                      <a:noFill/>
                      <a:prstDash val="solid"/>
                      <a:miter lim="800000"/>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2023089463"/>
                  </a:ext>
                </a:extLst>
              </a:tr>
              <a:tr h="194383">
                <a:tc>
                  <a:txBody>
                    <a:bodyPr/>
                    <a:lstStyle/>
                    <a:p>
                      <a:pPr algn="ctr" fontAlgn="b"/>
                      <a:r>
                        <a:rPr lang="en-IN" sz="1200" b="0" i="0" u="none" strike="noStrike" dirty="0">
                          <a:solidFill>
                            <a:srgbClr val="000000"/>
                          </a:solidFill>
                          <a:effectLst/>
                          <a:latin typeface="Segoe UI Variable Small" pitchFamily="2" charset="0"/>
                        </a:rPr>
                        <a:t>4</a:t>
                      </a:r>
                    </a:p>
                  </a:txBody>
                  <a:tcPr marL="4529" marR="4529" marT="4529" marB="0" anchor="b">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l" fontAlgn="b"/>
                      <a:r>
                        <a:rPr lang="en-IN" sz="1200" u="none" strike="noStrike" dirty="0">
                          <a:effectLst/>
                          <a:latin typeface="Segoe UI Variable Small" pitchFamily="2" charset="0"/>
                        </a:rPr>
                        <a:t>Wii Sports Resort</a:t>
                      </a:r>
                      <a:endParaRPr lang="en-IN" sz="1200" b="0" i="0" u="none" strike="noStrike" dirty="0">
                        <a:solidFill>
                          <a:srgbClr val="000000"/>
                        </a:solidFill>
                        <a:effectLst/>
                        <a:latin typeface="Segoe UI Variable Small" pitchFamily="2" charset="0"/>
                      </a:endParaRPr>
                    </a:p>
                  </a:txBody>
                  <a:tcPr marL="4529" marR="4529" marT="4529" marB="0" anchor="b">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l" fontAlgn="b"/>
                      <a:r>
                        <a:rPr lang="en-IN" sz="1200" u="none" strike="noStrike" dirty="0">
                          <a:effectLst/>
                          <a:latin typeface="Segoe UI Variable Small" pitchFamily="2" charset="0"/>
                        </a:rPr>
                        <a:t>Nintendo</a:t>
                      </a:r>
                      <a:endParaRPr lang="en-IN" sz="1200" b="0" i="0" u="none" strike="noStrike" dirty="0">
                        <a:solidFill>
                          <a:srgbClr val="000000"/>
                        </a:solidFill>
                        <a:effectLst/>
                        <a:latin typeface="Segoe UI Variable Small" pitchFamily="2" charset="0"/>
                      </a:endParaRPr>
                    </a:p>
                  </a:txBody>
                  <a:tcPr marL="4529" marR="4529" marT="4529" marB="0" anchor="b">
                    <a:lnL>
                      <a:noFill/>
                    </a:lnL>
                    <a:lnR>
                      <a:noFill/>
                    </a:lnR>
                    <a:lnT>
                      <a:noFill/>
                    </a:lnT>
                    <a:lnB>
                      <a:noFill/>
                    </a:lnB>
                    <a:lnTlToBr w="12700" cmpd="sng">
                      <a:noFill/>
                      <a:prstDash val="solid"/>
                    </a:lnTlToBr>
                    <a:lnBlToTr w="12700" cmpd="sng">
                      <a:noFill/>
                      <a:prstDash val="solid"/>
                    </a:lnBlToTr>
                  </a:tcPr>
                </a:tc>
                <a:tc>
                  <a:txBody>
                    <a:bodyPr/>
                    <a:lstStyle/>
                    <a:p>
                      <a:pPr algn="l" fontAlgn="b"/>
                      <a:r>
                        <a:rPr lang="en-IN" sz="1200" u="none" strike="noStrike">
                          <a:effectLst/>
                          <a:latin typeface="Segoe UI Variable Small" pitchFamily="2" charset="0"/>
                        </a:rPr>
                        <a:t>Wii</a:t>
                      </a:r>
                      <a:endParaRPr lang="en-IN" sz="1200" b="0" i="0" u="none" strike="noStrike">
                        <a:solidFill>
                          <a:srgbClr val="000000"/>
                        </a:solidFill>
                        <a:effectLst/>
                        <a:latin typeface="Segoe UI Variable Small" pitchFamily="2" charset="0"/>
                      </a:endParaRPr>
                    </a:p>
                  </a:txBody>
                  <a:tcPr marL="4529" marR="4529" marT="4529" marB="0" anchor="b">
                    <a:lnL>
                      <a:noFill/>
                    </a:lnL>
                    <a:lnR w="6350" cap="flat" cmpd="sng" algn="ctr">
                      <a:noFill/>
                      <a:prstDash val="solid"/>
                      <a:miter lim="800000"/>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2248603997"/>
                  </a:ext>
                </a:extLst>
              </a:tr>
              <a:tr h="384068">
                <a:tc>
                  <a:txBody>
                    <a:bodyPr/>
                    <a:lstStyle/>
                    <a:p>
                      <a:pPr algn="ctr" fontAlgn="b"/>
                      <a:r>
                        <a:rPr lang="en-IN" sz="1200" b="0" i="0" u="none" strike="noStrike" dirty="0">
                          <a:solidFill>
                            <a:srgbClr val="000000"/>
                          </a:solidFill>
                          <a:effectLst/>
                          <a:latin typeface="Segoe UI Variable Small" pitchFamily="2" charset="0"/>
                        </a:rPr>
                        <a:t>5</a:t>
                      </a:r>
                    </a:p>
                  </a:txBody>
                  <a:tcPr marL="4529" marR="4529" marT="4529" marB="0" anchor="b">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l" fontAlgn="b"/>
                      <a:r>
                        <a:rPr lang="en-IN" sz="1200" u="none" strike="noStrike" dirty="0" err="1">
                          <a:effectLst/>
                          <a:latin typeface="Segoe UI Variable Small" pitchFamily="2" charset="0"/>
                        </a:rPr>
                        <a:t>Pokemon</a:t>
                      </a:r>
                      <a:r>
                        <a:rPr lang="en-IN" sz="1200" u="none" strike="noStrike" dirty="0">
                          <a:effectLst/>
                          <a:latin typeface="Segoe UI Variable Small" pitchFamily="2" charset="0"/>
                        </a:rPr>
                        <a:t> Red/</a:t>
                      </a:r>
                      <a:r>
                        <a:rPr lang="en-IN" sz="1200" u="none" strike="noStrike" dirty="0" err="1">
                          <a:effectLst/>
                          <a:latin typeface="Segoe UI Variable Small" pitchFamily="2" charset="0"/>
                        </a:rPr>
                        <a:t>Pokemon</a:t>
                      </a:r>
                      <a:r>
                        <a:rPr lang="en-IN" sz="1200" u="none" strike="noStrike" dirty="0">
                          <a:effectLst/>
                          <a:latin typeface="Segoe UI Variable Small" pitchFamily="2" charset="0"/>
                        </a:rPr>
                        <a:t> Blue</a:t>
                      </a:r>
                      <a:endParaRPr lang="en-IN" sz="1200" b="0" i="0" u="none" strike="noStrike" dirty="0">
                        <a:solidFill>
                          <a:srgbClr val="000000"/>
                        </a:solidFill>
                        <a:effectLst/>
                        <a:latin typeface="Segoe UI Variable Small" pitchFamily="2" charset="0"/>
                      </a:endParaRPr>
                    </a:p>
                  </a:txBody>
                  <a:tcPr marL="4529" marR="4529" marT="4529" marB="0" anchor="b">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l" fontAlgn="b"/>
                      <a:r>
                        <a:rPr lang="en-IN" sz="1200" u="none" strike="noStrike">
                          <a:effectLst/>
                          <a:latin typeface="Segoe UI Variable Small" pitchFamily="2" charset="0"/>
                        </a:rPr>
                        <a:t>Nintendo</a:t>
                      </a:r>
                      <a:endParaRPr lang="en-IN" sz="1200" b="0" i="0" u="none" strike="noStrike">
                        <a:solidFill>
                          <a:srgbClr val="000000"/>
                        </a:solidFill>
                        <a:effectLst/>
                        <a:latin typeface="Segoe UI Variable Small" pitchFamily="2" charset="0"/>
                      </a:endParaRPr>
                    </a:p>
                  </a:txBody>
                  <a:tcPr marL="4529" marR="4529" marT="4529" marB="0" anchor="b">
                    <a:lnL>
                      <a:noFill/>
                    </a:lnL>
                    <a:lnR>
                      <a:noFill/>
                    </a:lnR>
                    <a:lnT>
                      <a:noFill/>
                    </a:lnT>
                    <a:lnB>
                      <a:noFill/>
                    </a:lnB>
                    <a:lnTlToBr w="12700" cmpd="sng">
                      <a:noFill/>
                      <a:prstDash val="solid"/>
                    </a:lnTlToBr>
                    <a:lnBlToTr w="12700" cmpd="sng">
                      <a:noFill/>
                      <a:prstDash val="solid"/>
                    </a:lnBlToTr>
                  </a:tcPr>
                </a:tc>
                <a:tc>
                  <a:txBody>
                    <a:bodyPr/>
                    <a:lstStyle/>
                    <a:p>
                      <a:pPr algn="l" fontAlgn="b"/>
                      <a:r>
                        <a:rPr lang="en-IN" sz="1200" u="none" strike="noStrike" dirty="0">
                          <a:effectLst/>
                          <a:latin typeface="Segoe UI Variable Small" pitchFamily="2" charset="0"/>
                        </a:rPr>
                        <a:t>GB</a:t>
                      </a:r>
                      <a:endParaRPr lang="en-IN" sz="1200" b="0" i="0" u="none" strike="noStrike" dirty="0">
                        <a:solidFill>
                          <a:srgbClr val="000000"/>
                        </a:solidFill>
                        <a:effectLst/>
                        <a:latin typeface="Segoe UI Variable Small" pitchFamily="2" charset="0"/>
                      </a:endParaRPr>
                    </a:p>
                  </a:txBody>
                  <a:tcPr marL="4529" marR="4529" marT="4529" marB="0" anchor="b">
                    <a:lnL>
                      <a:noFill/>
                    </a:lnL>
                    <a:lnR w="6350" cap="flat" cmpd="sng" algn="ctr">
                      <a:noFill/>
                      <a:prstDash val="solid"/>
                      <a:miter lim="800000"/>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3249788253"/>
                  </a:ext>
                </a:extLst>
              </a:tr>
              <a:tr h="194383">
                <a:tc>
                  <a:txBody>
                    <a:bodyPr/>
                    <a:lstStyle/>
                    <a:p>
                      <a:pPr algn="ctr" fontAlgn="b"/>
                      <a:r>
                        <a:rPr lang="en-IN" sz="1200" b="0" i="0" u="none" strike="noStrike" dirty="0">
                          <a:solidFill>
                            <a:srgbClr val="000000"/>
                          </a:solidFill>
                          <a:effectLst/>
                          <a:latin typeface="Segoe UI Variable Small" pitchFamily="2" charset="0"/>
                        </a:rPr>
                        <a:t>6</a:t>
                      </a:r>
                    </a:p>
                  </a:txBody>
                  <a:tcPr marL="4529" marR="4529" marT="4529" marB="0" anchor="b">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l" fontAlgn="b"/>
                      <a:r>
                        <a:rPr lang="en-IN" sz="1200" u="none" strike="noStrike">
                          <a:effectLst/>
                          <a:latin typeface="Segoe UI Variable Small" pitchFamily="2" charset="0"/>
                        </a:rPr>
                        <a:t>Tetris</a:t>
                      </a:r>
                      <a:endParaRPr lang="en-IN" sz="1200" b="0" i="0" u="none" strike="noStrike">
                        <a:solidFill>
                          <a:srgbClr val="000000"/>
                        </a:solidFill>
                        <a:effectLst/>
                        <a:latin typeface="Segoe UI Variable Small" pitchFamily="2" charset="0"/>
                      </a:endParaRPr>
                    </a:p>
                  </a:txBody>
                  <a:tcPr marL="4529" marR="4529" marT="4529" marB="0" anchor="b">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l" fontAlgn="b"/>
                      <a:r>
                        <a:rPr lang="en-IN" sz="1200" u="none" strike="noStrike">
                          <a:effectLst/>
                          <a:latin typeface="Segoe UI Variable Small" pitchFamily="2" charset="0"/>
                        </a:rPr>
                        <a:t>Nintendo</a:t>
                      </a:r>
                      <a:endParaRPr lang="en-IN" sz="1200" b="0" i="0" u="none" strike="noStrike">
                        <a:solidFill>
                          <a:srgbClr val="000000"/>
                        </a:solidFill>
                        <a:effectLst/>
                        <a:latin typeface="Segoe UI Variable Small" pitchFamily="2" charset="0"/>
                      </a:endParaRPr>
                    </a:p>
                  </a:txBody>
                  <a:tcPr marL="4529" marR="4529" marT="4529" marB="0" anchor="b">
                    <a:lnL>
                      <a:noFill/>
                    </a:lnL>
                    <a:lnR>
                      <a:noFill/>
                    </a:lnR>
                    <a:lnT>
                      <a:noFill/>
                    </a:lnT>
                    <a:lnB>
                      <a:noFill/>
                    </a:lnB>
                    <a:lnTlToBr w="12700" cmpd="sng">
                      <a:noFill/>
                      <a:prstDash val="solid"/>
                    </a:lnTlToBr>
                    <a:lnBlToTr w="12700" cmpd="sng">
                      <a:noFill/>
                      <a:prstDash val="solid"/>
                    </a:lnBlToTr>
                  </a:tcPr>
                </a:tc>
                <a:tc>
                  <a:txBody>
                    <a:bodyPr/>
                    <a:lstStyle/>
                    <a:p>
                      <a:pPr algn="l" fontAlgn="b"/>
                      <a:r>
                        <a:rPr lang="en-IN" sz="1200" u="none" strike="noStrike">
                          <a:effectLst/>
                          <a:latin typeface="Segoe UI Variable Small" pitchFamily="2" charset="0"/>
                        </a:rPr>
                        <a:t>GB</a:t>
                      </a:r>
                      <a:endParaRPr lang="en-IN" sz="1200" b="0" i="0" u="none" strike="noStrike">
                        <a:solidFill>
                          <a:srgbClr val="000000"/>
                        </a:solidFill>
                        <a:effectLst/>
                        <a:latin typeface="Segoe UI Variable Small" pitchFamily="2" charset="0"/>
                      </a:endParaRPr>
                    </a:p>
                  </a:txBody>
                  <a:tcPr marL="4529" marR="4529" marT="4529" marB="0" anchor="b">
                    <a:lnL>
                      <a:noFill/>
                    </a:lnL>
                    <a:lnR w="6350" cap="flat" cmpd="sng" algn="ctr">
                      <a:noFill/>
                      <a:prstDash val="solid"/>
                      <a:miter lim="800000"/>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348301904"/>
                  </a:ext>
                </a:extLst>
              </a:tr>
              <a:tr h="384068">
                <a:tc>
                  <a:txBody>
                    <a:bodyPr/>
                    <a:lstStyle/>
                    <a:p>
                      <a:pPr algn="ctr" fontAlgn="b"/>
                      <a:r>
                        <a:rPr lang="en-IN" sz="1200" b="0" i="0" u="none" strike="noStrike" dirty="0">
                          <a:solidFill>
                            <a:srgbClr val="000000"/>
                          </a:solidFill>
                          <a:effectLst/>
                          <a:latin typeface="Segoe UI Variable Small" pitchFamily="2" charset="0"/>
                        </a:rPr>
                        <a:t>7</a:t>
                      </a:r>
                    </a:p>
                  </a:txBody>
                  <a:tcPr marL="4529" marR="4529" marT="4529" marB="0" anchor="b">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l" fontAlgn="b"/>
                      <a:r>
                        <a:rPr lang="en-IN" sz="1200" u="none" strike="noStrike" dirty="0">
                          <a:effectLst/>
                          <a:latin typeface="Segoe UI Variable Small" pitchFamily="2" charset="0"/>
                        </a:rPr>
                        <a:t>New Super Mario Bros.</a:t>
                      </a:r>
                      <a:endParaRPr lang="en-IN" sz="1200" b="0" i="0" u="none" strike="noStrike" dirty="0">
                        <a:solidFill>
                          <a:srgbClr val="000000"/>
                        </a:solidFill>
                        <a:effectLst/>
                        <a:latin typeface="Segoe UI Variable Small" pitchFamily="2" charset="0"/>
                      </a:endParaRPr>
                    </a:p>
                  </a:txBody>
                  <a:tcPr marL="4529" marR="4529" marT="4529" marB="0" anchor="b">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l" fontAlgn="b"/>
                      <a:r>
                        <a:rPr lang="en-IN" sz="1200" u="none" strike="noStrike">
                          <a:effectLst/>
                          <a:latin typeface="Segoe UI Variable Small" pitchFamily="2" charset="0"/>
                        </a:rPr>
                        <a:t>Nintendo</a:t>
                      </a:r>
                      <a:endParaRPr lang="en-IN" sz="1200" b="0" i="0" u="none" strike="noStrike">
                        <a:solidFill>
                          <a:srgbClr val="000000"/>
                        </a:solidFill>
                        <a:effectLst/>
                        <a:latin typeface="Segoe UI Variable Small" pitchFamily="2" charset="0"/>
                      </a:endParaRPr>
                    </a:p>
                  </a:txBody>
                  <a:tcPr marL="4529" marR="4529" marT="4529" marB="0" anchor="b">
                    <a:lnL>
                      <a:noFill/>
                    </a:lnL>
                    <a:lnR>
                      <a:noFill/>
                    </a:lnR>
                    <a:lnT>
                      <a:noFill/>
                    </a:lnT>
                    <a:lnB>
                      <a:noFill/>
                    </a:lnB>
                    <a:lnTlToBr w="12700" cmpd="sng">
                      <a:noFill/>
                      <a:prstDash val="solid"/>
                    </a:lnTlToBr>
                    <a:lnBlToTr w="12700" cmpd="sng">
                      <a:noFill/>
                      <a:prstDash val="solid"/>
                    </a:lnBlToTr>
                  </a:tcPr>
                </a:tc>
                <a:tc>
                  <a:txBody>
                    <a:bodyPr/>
                    <a:lstStyle/>
                    <a:p>
                      <a:pPr algn="l" fontAlgn="b"/>
                      <a:r>
                        <a:rPr lang="en-IN" sz="1200" u="none" strike="noStrike">
                          <a:effectLst/>
                          <a:latin typeface="Segoe UI Variable Small" pitchFamily="2" charset="0"/>
                        </a:rPr>
                        <a:t>DS</a:t>
                      </a:r>
                      <a:endParaRPr lang="en-IN" sz="1200" b="0" i="0" u="none" strike="noStrike">
                        <a:solidFill>
                          <a:srgbClr val="000000"/>
                        </a:solidFill>
                        <a:effectLst/>
                        <a:latin typeface="Segoe UI Variable Small" pitchFamily="2" charset="0"/>
                      </a:endParaRPr>
                    </a:p>
                  </a:txBody>
                  <a:tcPr marL="4529" marR="4529" marT="4529" marB="0" anchor="b">
                    <a:lnL>
                      <a:noFill/>
                    </a:lnL>
                    <a:lnR w="6350" cap="flat" cmpd="sng" algn="ctr">
                      <a:noFill/>
                      <a:prstDash val="solid"/>
                      <a:miter lim="800000"/>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4263265009"/>
                  </a:ext>
                </a:extLst>
              </a:tr>
              <a:tr h="194383">
                <a:tc>
                  <a:txBody>
                    <a:bodyPr/>
                    <a:lstStyle/>
                    <a:p>
                      <a:pPr algn="ctr" fontAlgn="b"/>
                      <a:r>
                        <a:rPr lang="en-IN" sz="1200" b="0" i="0" u="none" strike="noStrike" dirty="0">
                          <a:solidFill>
                            <a:srgbClr val="000000"/>
                          </a:solidFill>
                          <a:effectLst/>
                          <a:latin typeface="Segoe UI Variable Small" pitchFamily="2" charset="0"/>
                        </a:rPr>
                        <a:t>8</a:t>
                      </a:r>
                    </a:p>
                  </a:txBody>
                  <a:tcPr marL="4529" marR="4529" marT="4529" marB="0" anchor="b">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l" fontAlgn="b"/>
                      <a:r>
                        <a:rPr lang="en-IN" sz="1200" u="none" strike="noStrike" dirty="0">
                          <a:effectLst/>
                          <a:latin typeface="Segoe UI Variable Small" pitchFamily="2" charset="0"/>
                        </a:rPr>
                        <a:t>Wii Play</a:t>
                      </a:r>
                      <a:endParaRPr lang="en-IN" sz="1200" b="0" i="0" u="none" strike="noStrike" dirty="0">
                        <a:solidFill>
                          <a:srgbClr val="000000"/>
                        </a:solidFill>
                        <a:effectLst/>
                        <a:latin typeface="Segoe UI Variable Small" pitchFamily="2" charset="0"/>
                      </a:endParaRPr>
                    </a:p>
                  </a:txBody>
                  <a:tcPr marL="4529" marR="4529" marT="4529" marB="0" anchor="b">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l" fontAlgn="b"/>
                      <a:r>
                        <a:rPr lang="en-IN" sz="1200" u="none" strike="noStrike">
                          <a:effectLst/>
                          <a:latin typeface="Segoe UI Variable Small" pitchFamily="2" charset="0"/>
                        </a:rPr>
                        <a:t>Nintendo</a:t>
                      </a:r>
                      <a:endParaRPr lang="en-IN" sz="1200" b="0" i="0" u="none" strike="noStrike">
                        <a:solidFill>
                          <a:srgbClr val="000000"/>
                        </a:solidFill>
                        <a:effectLst/>
                        <a:latin typeface="Segoe UI Variable Small" pitchFamily="2" charset="0"/>
                      </a:endParaRPr>
                    </a:p>
                  </a:txBody>
                  <a:tcPr marL="4529" marR="4529" marT="4529" marB="0" anchor="b">
                    <a:lnL>
                      <a:noFill/>
                    </a:lnL>
                    <a:lnR>
                      <a:noFill/>
                    </a:lnR>
                    <a:lnT>
                      <a:noFill/>
                    </a:lnT>
                    <a:lnB>
                      <a:noFill/>
                    </a:lnB>
                    <a:lnTlToBr w="12700" cmpd="sng">
                      <a:noFill/>
                      <a:prstDash val="solid"/>
                    </a:lnTlToBr>
                    <a:lnBlToTr w="12700" cmpd="sng">
                      <a:noFill/>
                      <a:prstDash val="solid"/>
                    </a:lnBlToTr>
                  </a:tcPr>
                </a:tc>
                <a:tc>
                  <a:txBody>
                    <a:bodyPr/>
                    <a:lstStyle/>
                    <a:p>
                      <a:pPr algn="l" fontAlgn="b"/>
                      <a:r>
                        <a:rPr lang="en-IN" sz="1200" u="none" strike="noStrike" dirty="0">
                          <a:effectLst/>
                          <a:latin typeface="Segoe UI Variable Small" pitchFamily="2" charset="0"/>
                        </a:rPr>
                        <a:t>Wii</a:t>
                      </a:r>
                      <a:endParaRPr lang="en-IN" sz="1200" b="0" i="0" u="none" strike="noStrike" dirty="0">
                        <a:solidFill>
                          <a:srgbClr val="000000"/>
                        </a:solidFill>
                        <a:effectLst/>
                        <a:latin typeface="Segoe UI Variable Small" pitchFamily="2" charset="0"/>
                      </a:endParaRPr>
                    </a:p>
                  </a:txBody>
                  <a:tcPr marL="4529" marR="4529" marT="4529" marB="0" anchor="b">
                    <a:lnL>
                      <a:noFill/>
                    </a:lnL>
                    <a:lnR w="6350" cap="flat" cmpd="sng" algn="ctr">
                      <a:noFill/>
                      <a:prstDash val="solid"/>
                      <a:miter lim="800000"/>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76933474"/>
                  </a:ext>
                </a:extLst>
              </a:tr>
              <a:tr h="442938">
                <a:tc>
                  <a:txBody>
                    <a:bodyPr/>
                    <a:lstStyle/>
                    <a:p>
                      <a:pPr algn="ctr" fontAlgn="b"/>
                      <a:r>
                        <a:rPr lang="en-US" sz="1200" b="0" i="0" u="none" strike="noStrike" dirty="0">
                          <a:solidFill>
                            <a:srgbClr val="000000"/>
                          </a:solidFill>
                          <a:effectLst/>
                          <a:latin typeface="Segoe UI Variable Small" pitchFamily="2" charset="0"/>
                        </a:rPr>
                        <a:t>9</a:t>
                      </a:r>
                    </a:p>
                  </a:txBody>
                  <a:tcPr marL="4529" marR="4529" marT="4529" marB="0" anchor="b">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l" fontAlgn="b"/>
                      <a:r>
                        <a:rPr lang="en-US" sz="1200" u="none" strike="noStrike" dirty="0">
                          <a:effectLst/>
                          <a:latin typeface="Segoe UI Variable Small" pitchFamily="2" charset="0"/>
                        </a:rPr>
                        <a:t>New Super Mario Bros. Wii</a:t>
                      </a:r>
                      <a:endParaRPr lang="en-US" sz="1200" b="0" i="0" u="none" strike="noStrike" dirty="0">
                        <a:solidFill>
                          <a:srgbClr val="000000"/>
                        </a:solidFill>
                        <a:effectLst/>
                        <a:latin typeface="Segoe UI Variable Small" pitchFamily="2" charset="0"/>
                      </a:endParaRPr>
                    </a:p>
                  </a:txBody>
                  <a:tcPr marL="4529" marR="4529" marT="4529" marB="0" anchor="b">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l" fontAlgn="b"/>
                      <a:r>
                        <a:rPr lang="en-IN" sz="1200" u="none" strike="noStrike" dirty="0">
                          <a:effectLst/>
                          <a:latin typeface="Segoe UI Variable Small" pitchFamily="2" charset="0"/>
                        </a:rPr>
                        <a:t>Nintendo</a:t>
                      </a:r>
                      <a:endParaRPr lang="en-IN" sz="1200" b="0" i="0" u="none" strike="noStrike" dirty="0">
                        <a:solidFill>
                          <a:srgbClr val="000000"/>
                        </a:solidFill>
                        <a:effectLst/>
                        <a:latin typeface="Segoe UI Variable Small" pitchFamily="2" charset="0"/>
                      </a:endParaRPr>
                    </a:p>
                  </a:txBody>
                  <a:tcPr marL="4529" marR="4529" marT="4529" marB="0" anchor="b">
                    <a:lnL>
                      <a:noFill/>
                    </a:lnL>
                    <a:lnR>
                      <a:noFill/>
                    </a:lnR>
                    <a:lnT>
                      <a:noFill/>
                    </a:lnT>
                    <a:lnB>
                      <a:noFill/>
                    </a:lnB>
                    <a:lnTlToBr w="12700" cmpd="sng">
                      <a:noFill/>
                      <a:prstDash val="solid"/>
                    </a:lnTlToBr>
                    <a:lnBlToTr w="12700" cmpd="sng">
                      <a:noFill/>
                      <a:prstDash val="solid"/>
                    </a:lnBlToTr>
                  </a:tcPr>
                </a:tc>
                <a:tc>
                  <a:txBody>
                    <a:bodyPr/>
                    <a:lstStyle/>
                    <a:p>
                      <a:pPr algn="l" fontAlgn="b"/>
                      <a:r>
                        <a:rPr lang="en-IN" sz="1200" u="none" strike="noStrike">
                          <a:effectLst/>
                          <a:latin typeface="Segoe UI Variable Small" pitchFamily="2" charset="0"/>
                        </a:rPr>
                        <a:t>Wii</a:t>
                      </a:r>
                      <a:endParaRPr lang="en-IN" sz="1200" b="0" i="0" u="none" strike="noStrike">
                        <a:solidFill>
                          <a:srgbClr val="000000"/>
                        </a:solidFill>
                        <a:effectLst/>
                        <a:latin typeface="Segoe UI Variable Small" pitchFamily="2" charset="0"/>
                      </a:endParaRPr>
                    </a:p>
                  </a:txBody>
                  <a:tcPr marL="4529" marR="4529" marT="4529" marB="0" anchor="b">
                    <a:lnL>
                      <a:noFill/>
                    </a:lnL>
                    <a:lnR w="6350" cap="flat" cmpd="sng" algn="ctr">
                      <a:noFill/>
                      <a:prstDash val="solid"/>
                      <a:miter lim="800000"/>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941623550"/>
                  </a:ext>
                </a:extLst>
              </a:tr>
              <a:tr h="194383">
                <a:tc>
                  <a:txBody>
                    <a:bodyPr/>
                    <a:lstStyle/>
                    <a:p>
                      <a:pPr algn="ctr" fontAlgn="b"/>
                      <a:r>
                        <a:rPr lang="en-IN" sz="1200" b="0" i="0" u="none" strike="noStrike" dirty="0">
                          <a:solidFill>
                            <a:srgbClr val="000000"/>
                          </a:solidFill>
                          <a:effectLst/>
                          <a:latin typeface="Segoe UI Variable Small" pitchFamily="2" charset="0"/>
                        </a:rPr>
                        <a:t>10</a:t>
                      </a:r>
                    </a:p>
                  </a:txBody>
                  <a:tcPr marL="4529" marR="4529" marT="4529" marB="0" anchor="b">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l" fontAlgn="b"/>
                      <a:r>
                        <a:rPr lang="en-IN" sz="1200" u="none" strike="noStrike" dirty="0">
                          <a:effectLst/>
                          <a:latin typeface="Segoe UI Variable Small" pitchFamily="2" charset="0"/>
                        </a:rPr>
                        <a:t>Duck Hunt</a:t>
                      </a:r>
                      <a:endParaRPr lang="en-IN" sz="1200" b="0" i="0" u="none" strike="noStrike" dirty="0">
                        <a:solidFill>
                          <a:srgbClr val="000000"/>
                        </a:solidFill>
                        <a:effectLst/>
                        <a:latin typeface="Segoe UI Variable Small" pitchFamily="2" charset="0"/>
                      </a:endParaRPr>
                    </a:p>
                  </a:txBody>
                  <a:tcPr marL="4529" marR="4529" marT="4529" marB="0" anchor="b">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l" fontAlgn="b"/>
                      <a:r>
                        <a:rPr lang="en-IN" sz="1200" u="none" strike="noStrike">
                          <a:effectLst/>
                          <a:latin typeface="Segoe UI Variable Small" pitchFamily="2" charset="0"/>
                        </a:rPr>
                        <a:t>Nintendo</a:t>
                      </a:r>
                      <a:endParaRPr lang="en-IN" sz="1200" b="0" i="0" u="none" strike="noStrike">
                        <a:solidFill>
                          <a:srgbClr val="000000"/>
                        </a:solidFill>
                        <a:effectLst/>
                        <a:latin typeface="Segoe UI Variable Small" pitchFamily="2" charset="0"/>
                      </a:endParaRPr>
                    </a:p>
                  </a:txBody>
                  <a:tcPr marL="4529" marR="4529" marT="4529" marB="0" anchor="b">
                    <a:lnL>
                      <a:noFill/>
                    </a:lnL>
                    <a:lnR>
                      <a:noFill/>
                    </a:lnR>
                    <a:lnT>
                      <a:noFill/>
                    </a:lnT>
                    <a:lnB>
                      <a:noFill/>
                    </a:lnB>
                    <a:lnTlToBr w="12700" cmpd="sng">
                      <a:noFill/>
                      <a:prstDash val="solid"/>
                    </a:lnTlToBr>
                    <a:lnBlToTr w="12700" cmpd="sng">
                      <a:noFill/>
                      <a:prstDash val="solid"/>
                    </a:lnBlToTr>
                  </a:tcPr>
                </a:tc>
                <a:tc>
                  <a:txBody>
                    <a:bodyPr/>
                    <a:lstStyle/>
                    <a:p>
                      <a:pPr algn="l" fontAlgn="b"/>
                      <a:r>
                        <a:rPr lang="en-IN" sz="1200" u="none" strike="noStrike">
                          <a:effectLst/>
                          <a:latin typeface="Segoe UI Variable Small" pitchFamily="2" charset="0"/>
                        </a:rPr>
                        <a:t>NES</a:t>
                      </a:r>
                      <a:endParaRPr lang="en-IN" sz="1200" b="0" i="0" u="none" strike="noStrike">
                        <a:solidFill>
                          <a:srgbClr val="000000"/>
                        </a:solidFill>
                        <a:effectLst/>
                        <a:latin typeface="Segoe UI Variable Small" pitchFamily="2" charset="0"/>
                      </a:endParaRPr>
                    </a:p>
                  </a:txBody>
                  <a:tcPr marL="4529" marR="4529" marT="4529" marB="0" anchor="b">
                    <a:lnL>
                      <a:noFill/>
                    </a:lnL>
                    <a:lnR w="6350" cap="flat" cmpd="sng" algn="ctr">
                      <a:noFill/>
                      <a:prstDash val="solid"/>
                      <a:miter lim="800000"/>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3278374100"/>
                  </a:ext>
                </a:extLst>
              </a:tr>
              <a:tr h="194383">
                <a:tc>
                  <a:txBody>
                    <a:bodyPr/>
                    <a:lstStyle/>
                    <a:p>
                      <a:pPr algn="ctr" fontAlgn="b"/>
                      <a:r>
                        <a:rPr lang="en-IN" sz="1200" b="0" i="0" u="none" strike="noStrike" dirty="0">
                          <a:solidFill>
                            <a:srgbClr val="000000"/>
                          </a:solidFill>
                          <a:effectLst/>
                          <a:latin typeface="Segoe UI Variable Small" pitchFamily="2" charset="0"/>
                        </a:rPr>
                        <a:t>11</a:t>
                      </a:r>
                    </a:p>
                  </a:txBody>
                  <a:tcPr marL="4529" marR="4529" marT="4529" marB="0" anchor="b">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l" fontAlgn="b"/>
                      <a:r>
                        <a:rPr lang="en-IN" sz="1200" u="none" strike="noStrike" dirty="0" err="1">
                          <a:effectLst/>
                          <a:latin typeface="Segoe UI Variable Small" pitchFamily="2" charset="0"/>
                        </a:rPr>
                        <a:t>Nintendogs</a:t>
                      </a:r>
                      <a:endParaRPr lang="en-IN" sz="1200" b="0" i="0" u="none" strike="noStrike" dirty="0">
                        <a:solidFill>
                          <a:srgbClr val="000000"/>
                        </a:solidFill>
                        <a:effectLst/>
                        <a:latin typeface="Segoe UI Variable Small" pitchFamily="2" charset="0"/>
                      </a:endParaRPr>
                    </a:p>
                  </a:txBody>
                  <a:tcPr marL="4529" marR="4529" marT="4529" marB="0" anchor="b">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l" fontAlgn="b"/>
                      <a:r>
                        <a:rPr lang="en-IN" sz="1200" u="none" strike="noStrike">
                          <a:effectLst/>
                          <a:latin typeface="Segoe UI Variable Small" pitchFamily="2" charset="0"/>
                        </a:rPr>
                        <a:t>Nintendo</a:t>
                      </a:r>
                      <a:endParaRPr lang="en-IN" sz="1200" b="0" i="0" u="none" strike="noStrike">
                        <a:solidFill>
                          <a:srgbClr val="000000"/>
                        </a:solidFill>
                        <a:effectLst/>
                        <a:latin typeface="Segoe UI Variable Small" pitchFamily="2" charset="0"/>
                      </a:endParaRPr>
                    </a:p>
                  </a:txBody>
                  <a:tcPr marL="4529" marR="4529" marT="4529" marB="0" anchor="b">
                    <a:lnL>
                      <a:noFill/>
                    </a:lnL>
                    <a:lnR>
                      <a:noFill/>
                    </a:lnR>
                    <a:lnT>
                      <a:noFill/>
                    </a:lnT>
                    <a:lnB>
                      <a:noFill/>
                    </a:lnB>
                    <a:lnTlToBr w="12700" cmpd="sng">
                      <a:noFill/>
                      <a:prstDash val="solid"/>
                    </a:lnTlToBr>
                    <a:lnBlToTr w="12700" cmpd="sng">
                      <a:noFill/>
                      <a:prstDash val="solid"/>
                    </a:lnBlToTr>
                  </a:tcPr>
                </a:tc>
                <a:tc>
                  <a:txBody>
                    <a:bodyPr/>
                    <a:lstStyle/>
                    <a:p>
                      <a:pPr algn="l" fontAlgn="b"/>
                      <a:r>
                        <a:rPr lang="en-IN" sz="1200" u="none" strike="noStrike">
                          <a:effectLst/>
                          <a:latin typeface="Segoe UI Variable Small" pitchFamily="2" charset="0"/>
                        </a:rPr>
                        <a:t>DS</a:t>
                      </a:r>
                      <a:endParaRPr lang="en-IN" sz="1200" b="0" i="0" u="none" strike="noStrike">
                        <a:solidFill>
                          <a:srgbClr val="000000"/>
                        </a:solidFill>
                        <a:effectLst/>
                        <a:latin typeface="Segoe UI Variable Small" pitchFamily="2" charset="0"/>
                      </a:endParaRPr>
                    </a:p>
                  </a:txBody>
                  <a:tcPr marL="4529" marR="4529" marT="4529" marB="0" anchor="b">
                    <a:lnL>
                      <a:noFill/>
                    </a:lnL>
                    <a:lnR w="6350" cap="flat" cmpd="sng" algn="ctr">
                      <a:noFill/>
                      <a:prstDash val="solid"/>
                      <a:miter lim="800000"/>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3463606192"/>
                  </a:ext>
                </a:extLst>
              </a:tr>
              <a:tr h="194383">
                <a:tc>
                  <a:txBody>
                    <a:bodyPr/>
                    <a:lstStyle/>
                    <a:p>
                      <a:pPr algn="ctr" fontAlgn="b"/>
                      <a:r>
                        <a:rPr lang="en-IN" sz="1200" b="0" i="0" u="none" strike="noStrike" dirty="0">
                          <a:solidFill>
                            <a:srgbClr val="000000"/>
                          </a:solidFill>
                          <a:effectLst/>
                          <a:latin typeface="Segoe UI Variable Small" pitchFamily="2" charset="0"/>
                        </a:rPr>
                        <a:t>12</a:t>
                      </a:r>
                    </a:p>
                  </a:txBody>
                  <a:tcPr marL="4529" marR="4529" marT="4529" marB="0" anchor="b">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l" fontAlgn="b"/>
                      <a:r>
                        <a:rPr lang="en-IN" sz="1200" u="none" strike="noStrike">
                          <a:effectLst/>
                          <a:latin typeface="Segoe UI Variable Small" pitchFamily="2" charset="0"/>
                        </a:rPr>
                        <a:t>Mario Kart DS</a:t>
                      </a:r>
                      <a:endParaRPr lang="en-IN" sz="1200" b="0" i="0" u="none" strike="noStrike">
                        <a:solidFill>
                          <a:srgbClr val="000000"/>
                        </a:solidFill>
                        <a:effectLst/>
                        <a:latin typeface="Segoe UI Variable Small" pitchFamily="2" charset="0"/>
                      </a:endParaRPr>
                    </a:p>
                  </a:txBody>
                  <a:tcPr marL="4529" marR="4529" marT="4529" marB="0" anchor="b">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l" fontAlgn="b"/>
                      <a:r>
                        <a:rPr lang="en-IN" sz="1200" u="none" strike="noStrike">
                          <a:effectLst/>
                          <a:latin typeface="Segoe UI Variable Small" pitchFamily="2" charset="0"/>
                        </a:rPr>
                        <a:t>Nintendo</a:t>
                      </a:r>
                      <a:endParaRPr lang="en-IN" sz="1200" b="0" i="0" u="none" strike="noStrike">
                        <a:solidFill>
                          <a:srgbClr val="000000"/>
                        </a:solidFill>
                        <a:effectLst/>
                        <a:latin typeface="Segoe UI Variable Small" pitchFamily="2" charset="0"/>
                      </a:endParaRPr>
                    </a:p>
                  </a:txBody>
                  <a:tcPr marL="4529" marR="4529" marT="4529" marB="0" anchor="b">
                    <a:lnL>
                      <a:noFill/>
                    </a:lnL>
                    <a:lnR>
                      <a:noFill/>
                    </a:lnR>
                    <a:lnT>
                      <a:noFill/>
                    </a:lnT>
                    <a:lnB>
                      <a:noFill/>
                    </a:lnB>
                    <a:lnTlToBr w="12700" cmpd="sng">
                      <a:noFill/>
                      <a:prstDash val="solid"/>
                    </a:lnTlToBr>
                    <a:lnBlToTr w="12700" cmpd="sng">
                      <a:noFill/>
                      <a:prstDash val="solid"/>
                    </a:lnBlToTr>
                  </a:tcPr>
                </a:tc>
                <a:tc>
                  <a:txBody>
                    <a:bodyPr/>
                    <a:lstStyle/>
                    <a:p>
                      <a:pPr algn="l" fontAlgn="b"/>
                      <a:r>
                        <a:rPr lang="en-IN" sz="1200" u="none" strike="noStrike">
                          <a:effectLst/>
                          <a:latin typeface="Segoe UI Variable Small" pitchFamily="2" charset="0"/>
                        </a:rPr>
                        <a:t>DS</a:t>
                      </a:r>
                      <a:endParaRPr lang="en-IN" sz="1200" b="0" i="0" u="none" strike="noStrike">
                        <a:solidFill>
                          <a:srgbClr val="000000"/>
                        </a:solidFill>
                        <a:effectLst/>
                        <a:latin typeface="Segoe UI Variable Small" pitchFamily="2" charset="0"/>
                      </a:endParaRPr>
                    </a:p>
                  </a:txBody>
                  <a:tcPr marL="4529" marR="4529" marT="4529" marB="0" anchor="b">
                    <a:lnL>
                      <a:noFill/>
                    </a:lnL>
                    <a:lnR w="6350" cap="flat" cmpd="sng" algn="ctr">
                      <a:noFill/>
                      <a:prstDash val="solid"/>
                      <a:miter lim="800000"/>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440355075"/>
                  </a:ext>
                </a:extLst>
              </a:tr>
              <a:tr h="384068">
                <a:tc>
                  <a:txBody>
                    <a:bodyPr/>
                    <a:lstStyle/>
                    <a:p>
                      <a:pPr algn="ctr" fontAlgn="b"/>
                      <a:r>
                        <a:rPr lang="en-IN" sz="1200" b="0" i="0" u="none" strike="noStrike" dirty="0">
                          <a:solidFill>
                            <a:srgbClr val="000000"/>
                          </a:solidFill>
                          <a:effectLst/>
                          <a:latin typeface="Segoe UI Variable Small" pitchFamily="2" charset="0"/>
                        </a:rPr>
                        <a:t>13</a:t>
                      </a:r>
                    </a:p>
                  </a:txBody>
                  <a:tcPr marL="4529" marR="4529" marT="4529" marB="0" anchor="b">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l" fontAlgn="b"/>
                      <a:r>
                        <a:rPr lang="en-IN" sz="1200" u="none" strike="noStrike">
                          <a:effectLst/>
                          <a:latin typeface="Segoe UI Variable Small" pitchFamily="2" charset="0"/>
                        </a:rPr>
                        <a:t>Pokemon Gold/Pokemon Silver</a:t>
                      </a:r>
                      <a:endParaRPr lang="en-IN" sz="1200" b="0" i="0" u="none" strike="noStrike">
                        <a:solidFill>
                          <a:srgbClr val="000000"/>
                        </a:solidFill>
                        <a:effectLst/>
                        <a:latin typeface="Segoe UI Variable Small" pitchFamily="2" charset="0"/>
                      </a:endParaRPr>
                    </a:p>
                  </a:txBody>
                  <a:tcPr marL="4529" marR="4529" marT="4529" marB="0" anchor="b">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l" fontAlgn="b"/>
                      <a:r>
                        <a:rPr lang="en-IN" sz="1200" u="none" strike="noStrike">
                          <a:effectLst/>
                          <a:latin typeface="Segoe UI Variable Small" pitchFamily="2" charset="0"/>
                        </a:rPr>
                        <a:t>Nintendo</a:t>
                      </a:r>
                      <a:endParaRPr lang="en-IN" sz="1200" b="0" i="0" u="none" strike="noStrike">
                        <a:solidFill>
                          <a:srgbClr val="000000"/>
                        </a:solidFill>
                        <a:effectLst/>
                        <a:latin typeface="Segoe UI Variable Small" pitchFamily="2" charset="0"/>
                      </a:endParaRPr>
                    </a:p>
                  </a:txBody>
                  <a:tcPr marL="4529" marR="4529" marT="4529" marB="0" anchor="b">
                    <a:lnL>
                      <a:noFill/>
                    </a:lnL>
                    <a:lnR>
                      <a:noFill/>
                    </a:lnR>
                    <a:lnT>
                      <a:noFill/>
                    </a:lnT>
                    <a:lnB>
                      <a:noFill/>
                    </a:lnB>
                    <a:lnTlToBr w="12700" cmpd="sng">
                      <a:noFill/>
                      <a:prstDash val="solid"/>
                    </a:lnTlToBr>
                    <a:lnBlToTr w="12700" cmpd="sng">
                      <a:noFill/>
                      <a:prstDash val="solid"/>
                    </a:lnBlToTr>
                  </a:tcPr>
                </a:tc>
                <a:tc>
                  <a:txBody>
                    <a:bodyPr/>
                    <a:lstStyle/>
                    <a:p>
                      <a:pPr algn="l" fontAlgn="b"/>
                      <a:r>
                        <a:rPr lang="en-IN" sz="1200" u="none" strike="noStrike">
                          <a:effectLst/>
                          <a:latin typeface="Segoe UI Variable Small" pitchFamily="2" charset="0"/>
                        </a:rPr>
                        <a:t>GB</a:t>
                      </a:r>
                      <a:endParaRPr lang="en-IN" sz="1200" b="0" i="0" u="none" strike="noStrike">
                        <a:solidFill>
                          <a:srgbClr val="000000"/>
                        </a:solidFill>
                        <a:effectLst/>
                        <a:latin typeface="Segoe UI Variable Small" pitchFamily="2" charset="0"/>
                      </a:endParaRPr>
                    </a:p>
                  </a:txBody>
                  <a:tcPr marL="4529" marR="4529" marT="4529" marB="0" anchor="b">
                    <a:lnL>
                      <a:noFill/>
                    </a:lnL>
                    <a:lnR w="6350" cap="flat" cmpd="sng" algn="ctr">
                      <a:noFill/>
                      <a:prstDash val="solid"/>
                      <a:miter lim="800000"/>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3756515794"/>
                  </a:ext>
                </a:extLst>
              </a:tr>
              <a:tr h="194383">
                <a:tc>
                  <a:txBody>
                    <a:bodyPr/>
                    <a:lstStyle/>
                    <a:p>
                      <a:pPr algn="ctr" fontAlgn="b"/>
                      <a:r>
                        <a:rPr lang="en-IN" sz="1200" b="0" i="0" u="none" strike="noStrike" dirty="0">
                          <a:solidFill>
                            <a:srgbClr val="000000"/>
                          </a:solidFill>
                          <a:effectLst/>
                          <a:latin typeface="Segoe UI Variable Small" pitchFamily="2" charset="0"/>
                        </a:rPr>
                        <a:t>14</a:t>
                      </a:r>
                    </a:p>
                  </a:txBody>
                  <a:tcPr marL="4529" marR="4529" marT="4529" marB="0" anchor="b">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l" fontAlgn="b"/>
                      <a:r>
                        <a:rPr lang="en-IN" sz="1200" u="none" strike="noStrike">
                          <a:effectLst/>
                          <a:latin typeface="Segoe UI Variable Small" pitchFamily="2" charset="0"/>
                        </a:rPr>
                        <a:t>Wii Fit</a:t>
                      </a:r>
                      <a:endParaRPr lang="en-IN" sz="1200" b="0" i="0" u="none" strike="noStrike">
                        <a:solidFill>
                          <a:srgbClr val="000000"/>
                        </a:solidFill>
                        <a:effectLst/>
                        <a:latin typeface="Segoe UI Variable Small" pitchFamily="2" charset="0"/>
                      </a:endParaRPr>
                    </a:p>
                  </a:txBody>
                  <a:tcPr marL="4529" marR="4529" marT="4529" marB="0" anchor="b">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l" fontAlgn="b"/>
                      <a:r>
                        <a:rPr lang="en-IN" sz="1200" u="none" strike="noStrike">
                          <a:effectLst/>
                          <a:latin typeface="Segoe UI Variable Small" pitchFamily="2" charset="0"/>
                        </a:rPr>
                        <a:t>Nintendo</a:t>
                      </a:r>
                      <a:endParaRPr lang="en-IN" sz="1200" b="0" i="0" u="none" strike="noStrike">
                        <a:solidFill>
                          <a:srgbClr val="000000"/>
                        </a:solidFill>
                        <a:effectLst/>
                        <a:latin typeface="Segoe UI Variable Small" pitchFamily="2" charset="0"/>
                      </a:endParaRPr>
                    </a:p>
                  </a:txBody>
                  <a:tcPr marL="4529" marR="4529" marT="4529" marB="0" anchor="b">
                    <a:lnL>
                      <a:noFill/>
                    </a:lnL>
                    <a:lnR>
                      <a:noFill/>
                    </a:lnR>
                    <a:lnT>
                      <a:noFill/>
                    </a:lnT>
                    <a:lnB>
                      <a:noFill/>
                    </a:lnB>
                    <a:lnTlToBr w="12700" cmpd="sng">
                      <a:noFill/>
                      <a:prstDash val="solid"/>
                    </a:lnTlToBr>
                    <a:lnBlToTr w="12700" cmpd="sng">
                      <a:noFill/>
                      <a:prstDash val="solid"/>
                    </a:lnBlToTr>
                  </a:tcPr>
                </a:tc>
                <a:tc>
                  <a:txBody>
                    <a:bodyPr/>
                    <a:lstStyle/>
                    <a:p>
                      <a:pPr algn="l" fontAlgn="b"/>
                      <a:r>
                        <a:rPr lang="en-IN" sz="1200" u="none" strike="noStrike">
                          <a:effectLst/>
                          <a:latin typeface="Segoe UI Variable Small" pitchFamily="2" charset="0"/>
                        </a:rPr>
                        <a:t>Wii</a:t>
                      </a:r>
                      <a:endParaRPr lang="en-IN" sz="1200" b="0" i="0" u="none" strike="noStrike">
                        <a:solidFill>
                          <a:srgbClr val="000000"/>
                        </a:solidFill>
                        <a:effectLst/>
                        <a:latin typeface="Segoe UI Variable Small" pitchFamily="2" charset="0"/>
                      </a:endParaRPr>
                    </a:p>
                  </a:txBody>
                  <a:tcPr marL="4529" marR="4529" marT="4529" marB="0" anchor="b">
                    <a:lnL>
                      <a:noFill/>
                    </a:lnL>
                    <a:lnR w="6350" cap="flat" cmpd="sng" algn="ctr">
                      <a:noFill/>
                      <a:prstDash val="solid"/>
                      <a:miter lim="800000"/>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322629664"/>
                  </a:ext>
                </a:extLst>
              </a:tr>
              <a:tr h="194383">
                <a:tc>
                  <a:txBody>
                    <a:bodyPr/>
                    <a:lstStyle/>
                    <a:p>
                      <a:pPr algn="ctr" fontAlgn="b"/>
                      <a:r>
                        <a:rPr lang="en-IN" sz="1200" b="0" i="0" u="none" strike="noStrike" dirty="0">
                          <a:solidFill>
                            <a:srgbClr val="000000"/>
                          </a:solidFill>
                          <a:effectLst/>
                          <a:latin typeface="Segoe UI Variable Small" pitchFamily="2" charset="0"/>
                        </a:rPr>
                        <a:t>15</a:t>
                      </a:r>
                    </a:p>
                  </a:txBody>
                  <a:tcPr marL="4529" marR="4529" marT="4529" marB="0" anchor="b">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l" fontAlgn="b"/>
                      <a:r>
                        <a:rPr lang="en-IN" sz="1200" u="none" strike="noStrike">
                          <a:effectLst/>
                          <a:latin typeface="Segoe UI Variable Small" pitchFamily="2" charset="0"/>
                        </a:rPr>
                        <a:t>Wii Fit Plus</a:t>
                      </a:r>
                      <a:endParaRPr lang="en-IN" sz="1200" b="0" i="0" u="none" strike="noStrike">
                        <a:solidFill>
                          <a:srgbClr val="000000"/>
                        </a:solidFill>
                        <a:effectLst/>
                        <a:latin typeface="Segoe UI Variable Small" pitchFamily="2" charset="0"/>
                      </a:endParaRPr>
                    </a:p>
                  </a:txBody>
                  <a:tcPr marL="4529" marR="4529" marT="4529" marB="0" anchor="b">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l" fontAlgn="b"/>
                      <a:r>
                        <a:rPr lang="en-IN" sz="1200" u="none" strike="noStrike">
                          <a:effectLst/>
                          <a:latin typeface="Segoe UI Variable Small" pitchFamily="2" charset="0"/>
                        </a:rPr>
                        <a:t>Nintendo</a:t>
                      </a:r>
                      <a:endParaRPr lang="en-IN" sz="1200" b="0" i="0" u="none" strike="noStrike">
                        <a:solidFill>
                          <a:srgbClr val="000000"/>
                        </a:solidFill>
                        <a:effectLst/>
                        <a:latin typeface="Segoe UI Variable Small" pitchFamily="2" charset="0"/>
                      </a:endParaRPr>
                    </a:p>
                  </a:txBody>
                  <a:tcPr marL="4529" marR="4529" marT="4529" marB="0" anchor="b">
                    <a:lnL>
                      <a:noFill/>
                    </a:lnL>
                    <a:lnR>
                      <a:noFill/>
                    </a:lnR>
                    <a:lnT>
                      <a:noFill/>
                    </a:lnT>
                    <a:lnB>
                      <a:noFill/>
                    </a:lnB>
                    <a:lnTlToBr w="12700" cmpd="sng">
                      <a:noFill/>
                      <a:prstDash val="solid"/>
                    </a:lnTlToBr>
                    <a:lnBlToTr w="12700" cmpd="sng">
                      <a:noFill/>
                      <a:prstDash val="solid"/>
                    </a:lnBlToTr>
                  </a:tcPr>
                </a:tc>
                <a:tc>
                  <a:txBody>
                    <a:bodyPr/>
                    <a:lstStyle/>
                    <a:p>
                      <a:pPr algn="l" fontAlgn="b"/>
                      <a:r>
                        <a:rPr lang="en-IN" sz="1200" u="none" strike="noStrike">
                          <a:effectLst/>
                          <a:latin typeface="Segoe UI Variable Small" pitchFamily="2" charset="0"/>
                        </a:rPr>
                        <a:t>Wii</a:t>
                      </a:r>
                      <a:endParaRPr lang="en-IN" sz="1200" b="0" i="0" u="none" strike="noStrike">
                        <a:solidFill>
                          <a:srgbClr val="000000"/>
                        </a:solidFill>
                        <a:effectLst/>
                        <a:latin typeface="Segoe UI Variable Small" pitchFamily="2" charset="0"/>
                      </a:endParaRPr>
                    </a:p>
                  </a:txBody>
                  <a:tcPr marL="4529" marR="4529" marT="4529" marB="0" anchor="b">
                    <a:lnL>
                      <a:noFill/>
                    </a:lnL>
                    <a:lnR w="6350" cap="flat" cmpd="sng" algn="ctr">
                      <a:noFill/>
                      <a:prstDash val="solid"/>
                      <a:miter lim="800000"/>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453847285"/>
                  </a:ext>
                </a:extLst>
              </a:tr>
              <a:tr h="384068">
                <a:tc>
                  <a:txBody>
                    <a:bodyPr/>
                    <a:lstStyle/>
                    <a:p>
                      <a:pPr algn="ctr" fontAlgn="b"/>
                      <a:r>
                        <a:rPr lang="en-IN" sz="1200" b="0" i="0" u="none" strike="noStrike" dirty="0">
                          <a:solidFill>
                            <a:srgbClr val="000000"/>
                          </a:solidFill>
                          <a:effectLst/>
                          <a:latin typeface="Segoe UI Variable Small" pitchFamily="2" charset="0"/>
                        </a:rPr>
                        <a:t>16</a:t>
                      </a:r>
                    </a:p>
                  </a:txBody>
                  <a:tcPr marL="4529" marR="4529" marT="4529" marB="0" anchor="b">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l" fontAlgn="b"/>
                      <a:r>
                        <a:rPr lang="en-IN" sz="1200" u="none" strike="noStrike">
                          <a:effectLst/>
                          <a:latin typeface="Segoe UI Variable Small" pitchFamily="2" charset="0"/>
                        </a:rPr>
                        <a:t>Kinect Adventures!</a:t>
                      </a:r>
                      <a:endParaRPr lang="en-IN" sz="1200" b="0" i="0" u="none" strike="noStrike">
                        <a:solidFill>
                          <a:srgbClr val="000000"/>
                        </a:solidFill>
                        <a:effectLst/>
                        <a:latin typeface="Segoe UI Variable Small" pitchFamily="2" charset="0"/>
                      </a:endParaRPr>
                    </a:p>
                  </a:txBody>
                  <a:tcPr marL="4529" marR="4529" marT="4529" marB="0" anchor="b">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l" fontAlgn="b"/>
                      <a:r>
                        <a:rPr lang="en-IN" sz="1200" u="none" strike="noStrike">
                          <a:effectLst/>
                          <a:latin typeface="Segoe UI Variable Small" pitchFamily="2" charset="0"/>
                        </a:rPr>
                        <a:t>Microsoft Game Studios</a:t>
                      </a:r>
                      <a:endParaRPr lang="en-IN" sz="1200" b="0" i="0" u="none" strike="noStrike">
                        <a:solidFill>
                          <a:srgbClr val="000000"/>
                        </a:solidFill>
                        <a:effectLst/>
                        <a:latin typeface="Segoe UI Variable Small" pitchFamily="2" charset="0"/>
                      </a:endParaRPr>
                    </a:p>
                  </a:txBody>
                  <a:tcPr marL="4529" marR="4529" marT="4529" marB="0" anchor="b">
                    <a:lnL>
                      <a:noFill/>
                    </a:lnL>
                    <a:lnR>
                      <a:noFill/>
                    </a:lnR>
                    <a:lnT>
                      <a:noFill/>
                    </a:lnT>
                    <a:lnB>
                      <a:noFill/>
                    </a:lnB>
                    <a:lnTlToBr w="12700" cmpd="sng">
                      <a:noFill/>
                      <a:prstDash val="solid"/>
                    </a:lnTlToBr>
                    <a:lnBlToTr w="12700" cmpd="sng">
                      <a:noFill/>
                      <a:prstDash val="solid"/>
                    </a:lnBlToTr>
                  </a:tcPr>
                </a:tc>
                <a:tc>
                  <a:txBody>
                    <a:bodyPr/>
                    <a:lstStyle/>
                    <a:p>
                      <a:pPr algn="l" fontAlgn="b"/>
                      <a:r>
                        <a:rPr lang="en-IN" sz="1200" u="none" strike="noStrike">
                          <a:effectLst/>
                          <a:latin typeface="Segoe UI Variable Small" pitchFamily="2" charset="0"/>
                        </a:rPr>
                        <a:t>X360</a:t>
                      </a:r>
                      <a:endParaRPr lang="en-IN" sz="1200" b="0" i="0" u="none" strike="noStrike">
                        <a:solidFill>
                          <a:srgbClr val="000000"/>
                        </a:solidFill>
                        <a:effectLst/>
                        <a:latin typeface="Segoe UI Variable Small" pitchFamily="2" charset="0"/>
                      </a:endParaRPr>
                    </a:p>
                  </a:txBody>
                  <a:tcPr marL="4529" marR="4529" marT="4529" marB="0" anchor="b">
                    <a:lnL>
                      <a:noFill/>
                    </a:lnL>
                    <a:lnR w="6350" cap="flat" cmpd="sng" algn="ctr">
                      <a:noFill/>
                      <a:prstDash val="solid"/>
                      <a:miter lim="800000"/>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979757301"/>
                  </a:ext>
                </a:extLst>
              </a:tr>
              <a:tr h="252720">
                <a:tc>
                  <a:txBody>
                    <a:bodyPr/>
                    <a:lstStyle/>
                    <a:p>
                      <a:pPr algn="ctr" fontAlgn="b"/>
                      <a:r>
                        <a:rPr lang="en-IN" sz="1200" b="0" i="0" u="none" strike="noStrike" dirty="0">
                          <a:solidFill>
                            <a:srgbClr val="000000"/>
                          </a:solidFill>
                          <a:effectLst/>
                          <a:latin typeface="Segoe UI Variable Small" pitchFamily="2" charset="0"/>
                        </a:rPr>
                        <a:t>17</a:t>
                      </a:r>
                    </a:p>
                  </a:txBody>
                  <a:tcPr marL="4529" marR="4529" marT="4529" marB="0" anchor="b">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l" fontAlgn="b"/>
                      <a:r>
                        <a:rPr lang="en-IN" sz="1200" u="none" strike="noStrike">
                          <a:effectLst/>
                          <a:latin typeface="Segoe UI Variable Small" pitchFamily="2" charset="0"/>
                        </a:rPr>
                        <a:t>Grand Theft Auto V</a:t>
                      </a:r>
                      <a:endParaRPr lang="en-IN" sz="1200" b="0" i="0" u="none" strike="noStrike">
                        <a:solidFill>
                          <a:srgbClr val="000000"/>
                        </a:solidFill>
                        <a:effectLst/>
                        <a:latin typeface="Segoe UI Variable Small" pitchFamily="2" charset="0"/>
                      </a:endParaRPr>
                    </a:p>
                  </a:txBody>
                  <a:tcPr marL="4529" marR="4529" marT="4529" marB="0" anchor="b">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l" fontAlgn="b"/>
                      <a:r>
                        <a:rPr lang="en-IN" sz="1200" u="none" strike="noStrike">
                          <a:effectLst/>
                          <a:latin typeface="Segoe UI Variable Small" pitchFamily="2" charset="0"/>
                        </a:rPr>
                        <a:t>Take-Two Interactive</a:t>
                      </a:r>
                      <a:endParaRPr lang="en-IN" sz="1200" b="0" i="0" u="none" strike="noStrike">
                        <a:solidFill>
                          <a:srgbClr val="000000"/>
                        </a:solidFill>
                        <a:effectLst/>
                        <a:latin typeface="Segoe UI Variable Small" pitchFamily="2" charset="0"/>
                      </a:endParaRPr>
                    </a:p>
                  </a:txBody>
                  <a:tcPr marL="4529" marR="4529" marT="4529" marB="0" anchor="b">
                    <a:lnL>
                      <a:noFill/>
                    </a:lnL>
                    <a:lnR>
                      <a:noFill/>
                    </a:lnR>
                    <a:lnT>
                      <a:noFill/>
                    </a:lnT>
                    <a:lnB>
                      <a:noFill/>
                    </a:lnB>
                    <a:lnTlToBr w="12700" cmpd="sng">
                      <a:noFill/>
                      <a:prstDash val="solid"/>
                    </a:lnTlToBr>
                    <a:lnBlToTr w="12700" cmpd="sng">
                      <a:noFill/>
                      <a:prstDash val="solid"/>
                    </a:lnBlToTr>
                  </a:tcPr>
                </a:tc>
                <a:tc>
                  <a:txBody>
                    <a:bodyPr/>
                    <a:lstStyle/>
                    <a:p>
                      <a:pPr algn="l" fontAlgn="b"/>
                      <a:r>
                        <a:rPr lang="en-IN" sz="1200" u="none" strike="noStrike" dirty="0">
                          <a:effectLst/>
                          <a:latin typeface="Segoe UI Variable Small" pitchFamily="2" charset="0"/>
                        </a:rPr>
                        <a:t>PS3</a:t>
                      </a:r>
                      <a:endParaRPr lang="en-IN" sz="1200" b="0" i="0" u="none" strike="noStrike" dirty="0">
                        <a:solidFill>
                          <a:srgbClr val="000000"/>
                        </a:solidFill>
                        <a:effectLst/>
                        <a:latin typeface="Segoe UI Variable Small" pitchFamily="2" charset="0"/>
                      </a:endParaRPr>
                    </a:p>
                  </a:txBody>
                  <a:tcPr marL="4529" marR="4529" marT="4529" marB="0" anchor="b">
                    <a:lnL>
                      <a:noFill/>
                    </a:lnL>
                    <a:lnR w="6350" cap="flat" cmpd="sng" algn="ctr">
                      <a:noFill/>
                      <a:prstDash val="solid"/>
                      <a:miter lim="800000"/>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605409240"/>
                  </a:ext>
                </a:extLst>
              </a:tr>
              <a:tr h="384068">
                <a:tc>
                  <a:txBody>
                    <a:bodyPr/>
                    <a:lstStyle/>
                    <a:p>
                      <a:pPr algn="ctr" fontAlgn="b"/>
                      <a:r>
                        <a:rPr lang="en-US" sz="1200" b="0" i="0" u="none" strike="noStrike" dirty="0">
                          <a:solidFill>
                            <a:srgbClr val="000000"/>
                          </a:solidFill>
                          <a:effectLst/>
                          <a:latin typeface="Segoe UI Variable Small" pitchFamily="2" charset="0"/>
                        </a:rPr>
                        <a:t>18</a:t>
                      </a:r>
                    </a:p>
                  </a:txBody>
                  <a:tcPr marL="4529" marR="4529" marT="4529" marB="0" anchor="b">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l" fontAlgn="b"/>
                      <a:r>
                        <a:rPr lang="en-US" sz="1200" u="none" strike="noStrike">
                          <a:effectLst/>
                          <a:latin typeface="Segoe UI Variable Small" pitchFamily="2" charset="0"/>
                        </a:rPr>
                        <a:t>Grand Theft Auto: San Andreas</a:t>
                      </a:r>
                      <a:endParaRPr lang="en-US" sz="1200" b="0" i="0" u="none" strike="noStrike">
                        <a:solidFill>
                          <a:srgbClr val="000000"/>
                        </a:solidFill>
                        <a:effectLst/>
                        <a:latin typeface="Segoe UI Variable Small" pitchFamily="2" charset="0"/>
                      </a:endParaRPr>
                    </a:p>
                  </a:txBody>
                  <a:tcPr marL="4529" marR="4529" marT="4529" marB="0" anchor="b">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l" fontAlgn="b"/>
                      <a:r>
                        <a:rPr lang="en-IN" sz="1200" u="none" strike="noStrike">
                          <a:effectLst/>
                          <a:latin typeface="Segoe UI Variable Small" pitchFamily="2" charset="0"/>
                        </a:rPr>
                        <a:t>Take-Two Interactive</a:t>
                      </a:r>
                      <a:endParaRPr lang="en-IN" sz="1200" b="0" i="0" u="none" strike="noStrike">
                        <a:solidFill>
                          <a:srgbClr val="000000"/>
                        </a:solidFill>
                        <a:effectLst/>
                        <a:latin typeface="Segoe UI Variable Small" pitchFamily="2" charset="0"/>
                      </a:endParaRPr>
                    </a:p>
                  </a:txBody>
                  <a:tcPr marL="4529" marR="4529" marT="4529" marB="0" anchor="b">
                    <a:lnL>
                      <a:noFill/>
                    </a:lnL>
                    <a:lnR>
                      <a:noFill/>
                    </a:lnR>
                    <a:lnT>
                      <a:noFill/>
                    </a:lnT>
                    <a:lnB>
                      <a:noFill/>
                    </a:lnB>
                    <a:lnTlToBr w="12700" cmpd="sng">
                      <a:noFill/>
                      <a:prstDash val="solid"/>
                    </a:lnTlToBr>
                    <a:lnBlToTr w="12700" cmpd="sng">
                      <a:noFill/>
                      <a:prstDash val="solid"/>
                    </a:lnBlToTr>
                  </a:tcPr>
                </a:tc>
                <a:tc>
                  <a:txBody>
                    <a:bodyPr/>
                    <a:lstStyle/>
                    <a:p>
                      <a:pPr algn="l" fontAlgn="b"/>
                      <a:r>
                        <a:rPr lang="en-IN" sz="1200" u="none" strike="noStrike">
                          <a:effectLst/>
                          <a:latin typeface="Segoe UI Variable Small" pitchFamily="2" charset="0"/>
                        </a:rPr>
                        <a:t>PS2</a:t>
                      </a:r>
                      <a:endParaRPr lang="en-IN" sz="1200" b="0" i="0" u="none" strike="noStrike">
                        <a:solidFill>
                          <a:srgbClr val="000000"/>
                        </a:solidFill>
                        <a:effectLst/>
                        <a:latin typeface="Segoe UI Variable Small" pitchFamily="2" charset="0"/>
                      </a:endParaRPr>
                    </a:p>
                  </a:txBody>
                  <a:tcPr marL="4529" marR="4529" marT="4529" marB="0" anchor="b">
                    <a:lnL>
                      <a:noFill/>
                    </a:lnL>
                    <a:lnR w="6350" cap="flat" cmpd="sng" algn="ctr">
                      <a:noFill/>
                      <a:prstDash val="solid"/>
                      <a:miter lim="800000"/>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3149258258"/>
                  </a:ext>
                </a:extLst>
              </a:tr>
              <a:tr h="252720">
                <a:tc>
                  <a:txBody>
                    <a:bodyPr/>
                    <a:lstStyle/>
                    <a:p>
                      <a:pPr algn="ctr" fontAlgn="b"/>
                      <a:r>
                        <a:rPr lang="en-IN" sz="1200" b="0" i="0" u="none" strike="noStrike" dirty="0">
                          <a:solidFill>
                            <a:srgbClr val="000000"/>
                          </a:solidFill>
                          <a:effectLst/>
                          <a:latin typeface="Segoe UI Variable Small" pitchFamily="2" charset="0"/>
                        </a:rPr>
                        <a:t>19</a:t>
                      </a:r>
                    </a:p>
                  </a:txBody>
                  <a:tcPr marL="4529" marR="4529" marT="4529" marB="0" anchor="b">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l" fontAlgn="b"/>
                      <a:r>
                        <a:rPr lang="en-IN" sz="1200" u="none" strike="noStrike">
                          <a:effectLst/>
                          <a:latin typeface="Segoe UI Variable Small" pitchFamily="2" charset="0"/>
                        </a:rPr>
                        <a:t>Super Mario World</a:t>
                      </a:r>
                      <a:endParaRPr lang="en-IN" sz="1200" b="0" i="0" u="none" strike="noStrike">
                        <a:solidFill>
                          <a:srgbClr val="000000"/>
                        </a:solidFill>
                        <a:effectLst/>
                        <a:latin typeface="Segoe UI Variable Small" pitchFamily="2" charset="0"/>
                      </a:endParaRPr>
                    </a:p>
                  </a:txBody>
                  <a:tcPr marL="4529" marR="4529" marT="4529" marB="0" anchor="b">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l" fontAlgn="b"/>
                      <a:r>
                        <a:rPr lang="en-IN" sz="1200" u="none" strike="noStrike">
                          <a:effectLst/>
                          <a:latin typeface="Segoe UI Variable Small" pitchFamily="2" charset="0"/>
                        </a:rPr>
                        <a:t>Nintendo</a:t>
                      </a:r>
                      <a:endParaRPr lang="en-IN" sz="1200" b="0" i="0" u="none" strike="noStrike">
                        <a:solidFill>
                          <a:srgbClr val="000000"/>
                        </a:solidFill>
                        <a:effectLst/>
                        <a:latin typeface="Segoe UI Variable Small" pitchFamily="2" charset="0"/>
                      </a:endParaRPr>
                    </a:p>
                  </a:txBody>
                  <a:tcPr marL="4529" marR="4529" marT="4529" marB="0" anchor="b">
                    <a:lnL>
                      <a:noFill/>
                    </a:lnL>
                    <a:lnR>
                      <a:noFill/>
                    </a:lnR>
                    <a:lnT>
                      <a:noFill/>
                    </a:lnT>
                    <a:lnB>
                      <a:noFill/>
                    </a:lnB>
                    <a:lnTlToBr w="12700" cmpd="sng">
                      <a:noFill/>
                      <a:prstDash val="solid"/>
                    </a:lnTlToBr>
                    <a:lnBlToTr w="12700" cmpd="sng">
                      <a:noFill/>
                      <a:prstDash val="solid"/>
                    </a:lnBlToTr>
                  </a:tcPr>
                </a:tc>
                <a:tc>
                  <a:txBody>
                    <a:bodyPr/>
                    <a:lstStyle/>
                    <a:p>
                      <a:pPr algn="l" fontAlgn="b"/>
                      <a:r>
                        <a:rPr lang="en-IN" sz="1200" u="none" strike="noStrike">
                          <a:effectLst/>
                          <a:latin typeface="Segoe UI Variable Small" pitchFamily="2" charset="0"/>
                        </a:rPr>
                        <a:t>SNES</a:t>
                      </a:r>
                      <a:endParaRPr lang="en-IN" sz="1200" b="0" i="0" u="none" strike="noStrike">
                        <a:solidFill>
                          <a:srgbClr val="000000"/>
                        </a:solidFill>
                        <a:effectLst/>
                        <a:latin typeface="Segoe UI Variable Small" pitchFamily="2" charset="0"/>
                      </a:endParaRPr>
                    </a:p>
                  </a:txBody>
                  <a:tcPr marL="4529" marR="4529" marT="4529" marB="0" anchor="b">
                    <a:lnL>
                      <a:noFill/>
                    </a:lnL>
                    <a:lnR w="6350" cap="flat" cmpd="sng" algn="ctr">
                      <a:noFill/>
                      <a:prstDash val="solid"/>
                      <a:miter lim="800000"/>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2178199252"/>
                  </a:ext>
                </a:extLst>
              </a:tr>
              <a:tr h="573753">
                <a:tc>
                  <a:txBody>
                    <a:bodyPr/>
                    <a:lstStyle/>
                    <a:p>
                      <a:pPr algn="ctr" fontAlgn="b"/>
                      <a:r>
                        <a:rPr lang="en-US" sz="1200" b="0" i="0" u="none" strike="noStrike" dirty="0">
                          <a:solidFill>
                            <a:srgbClr val="000000"/>
                          </a:solidFill>
                          <a:effectLst/>
                          <a:latin typeface="Segoe UI Variable Small" pitchFamily="2" charset="0"/>
                        </a:rPr>
                        <a:t>20</a:t>
                      </a:r>
                    </a:p>
                  </a:txBody>
                  <a:tcPr marL="4529" marR="4529" marT="4529" marB="0" anchor="b">
                    <a:lnL w="6350" cap="flat" cmpd="sng" algn="ctr">
                      <a:noFill/>
                      <a:prstDash val="solid"/>
                      <a:miter lim="800000"/>
                    </a:lnL>
                    <a:lnR>
                      <a:noFill/>
                    </a:lnR>
                    <a:lnT>
                      <a:noFill/>
                    </a:lnT>
                    <a:lnB w="6350" cap="flat" cmpd="sng" algn="ctr">
                      <a:noFill/>
                      <a:prstDash val="solid"/>
                      <a:miter lim="800000"/>
                    </a:lnB>
                    <a:lnTlToBr w="12700" cmpd="sng">
                      <a:noFill/>
                      <a:prstDash val="solid"/>
                    </a:lnTlToBr>
                    <a:lnBlToTr w="12700" cmpd="sng">
                      <a:noFill/>
                      <a:prstDash val="solid"/>
                    </a:lnBlToTr>
                  </a:tcPr>
                </a:tc>
                <a:tc>
                  <a:txBody>
                    <a:bodyPr/>
                    <a:lstStyle/>
                    <a:p>
                      <a:pPr algn="l" fontAlgn="b"/>
                      <a:r>
                        <a:rPr lang="en-US" sz="1200" u="none" strike="noStrike">
                          <a:effectLst/>
                          <a:latin typeface="Segoe UI Variable Small" pitchFamily="2" charset="0"/>
                        </a:rPr>
                        <a:t>Brain Age: Train Your Brain in Minutes a Day</a:t>
                      </a:r>
                      <a:endParaRPr lang="en-US" sz="1200" b="0" i="0" u="none" strike="noStrike">
                        <a:solidFill>
                          <a:srgbClr val="000000"/>
                        </a:solidFill>
                        <a:effectLst/>
                        <a:latin typeface="Segoe UI Variable Small" pitchFamily="2" charset="0"/>
                      </a:endParaRPr>
                    </a:p>
                  </a:txBody>
                  <a:tcPr marL="4529" marR="4529" marT="4529" marB="0" anchor="b">
                    <a:lnL w="6350" cap="flat" cmpd="sng" algn="ctr">
                      <a:noFill/>
                      <a:prstDash val="solid"/>
                      <a:miter lim="800000"/>
                    </a:lnL>
                    <a:lnR>
                      <a:noFill/>
                    </a:lnR>
                    <a:lnT>
                      <a:noFill/>
                    </a:lnT>
                    <a:lnB w="6350" cap="flat" cmpd="sng" algn="ctr">
                      <a:noFill/>
                      <a:prstDash val="solid"/>
                      <a:miter lim="800000"/>
                    </a:lnB>
                    <a:lnTlToBr w="12700" cmpd="sng">
                      <a:noFill/>
                      <a:prstDash val="solid"/>
                    </a:lnTlToBr>
                    <a:lnBlToTr w="12700" cmpd="sng">
                      <a:noFill/>
                      <a:prstDash val="solid"/>
                    </a:lnBlToTr>
                  </a:tcPr>
                </a:tc>
                <a:tc>
                  <a:txBody>
                    <a:bodyPr/>
                    <a:lstStyle/>
                    <a:p>
                      <a:pPr algn="l" fontAlgn="b"/>
                      <a:r>
                        <a:rPr lang="en-IN" sz="1200" u="none" strike="noStrike" dirty="0">
                          <a:effectLst/>
                          <a:latin typeface="Segoe UI Variable Small" pitchFamily="2" charset="0"/>
                        </a:rPr>
                        <a:t>Nintendo</a:t>
                      </a:r>
                      <a:endParaRPr lang="en-IN" sz="1200" b="0" i="0" u="none" strike="noStrike" dirty="0">
                        <a:solidFill>
                          <a:srgbClr val="000000"/>
                        </a:solidFill>
                        <a:effectLst/>
                        <a:latin typeface="Segoe UI Variable Small" pitchFamily="2" charset="0"/>
                      </a:endParaRPr>
                    </a:p>
                  </a:txBody>
                  <a:tcPr marL="4529" marR="4529" marT="4529" marB="0" anchor="b">
                    <a:lnL>
                      <a:noFill/>
                    </a:lnL>
                    <a:lnR>
                      <a:noFill/>
                    </a:lnR>
                    <a:lnT>
                      <a:noFill/>
                    </a:lnT>
                    <a:lnB w="6350" cap="flat" cmpd="sng" algn="ctr">
                      <a:noFill/>
                      <a:prstDash val="solid"/>
                      <a:miter lim="800000"/>
                    </a:lnB>
                    <a:lnTlToBr w="12700" cmpd="sng">
                      <a:noFill/>
                      <a:prstDash val="solid"/>
                    </a:lnTlToBr>
                    <a:lnBlToTr w="12700" cmpd="sng">
                      <a:noFill/>
                      <a:prstDash val="solid"/>
                    </a:lnBlToTr>
                  </a:tcPr>
                </a:tc>
                <a:tc>
                  <a:txBody>
                    <a:bodyPr/>
                    <a:lstStyle/>
                    <a:p>
                      <a:pPr algn="l" fontAlgn="b"/>
                      <a:r>
                        <a:rPr lang="en-IN" sz="1200" u="none" strike="noStrike" dirty="0">
                          <a:effectLst/>
                          <a:latin typeface="Segoe UI Variable Small" pitchFamily="2" charset="0"/>
                        </a:rPr>
                        <a:t>DS</a:t>
                      </a:r>
                      <a:endParaRPr lang="en-IN" sz="1200" b="0" i="0" u="none" strike="noStrike" dirty="0">
                        <a:solidFill>
                          <a:srgbClr val="000000"/>
                        </a:solidFill>
                        <a:effectLst/>
                        <a:latin typeface="Segoe UI Variable Small" pitchFamily="2" charset="0"/>
                      </a:endParaRPr>
                    </a:p>
                  </a:txBody>
                  <a:tcPr marL="4529" marR="4529" marT="4529" marB="0" anchor="b">
                    <a:lnL>
                      <a:noFill/>
                    </a:lnL>
                    <a:lnR w="6350" cap="flat" cmpd="sng" algn="ctr">
                      <a:noFill/>
                      <a:prstDash val="solid"/>
                      <a:miter lim="800000"/>
                    </a:lnR>
                    <a:lnT>
                      <a:noFill/>
                    </a:lnT>
                    <a:lnB w="6350" cap="flat" cmpd="sng" algn="ctr">
                      <a:noFill/>
                      <a:prstDash val="solid"/>
                      <a:miter lim="800000"/>
                    </a:lnB>
                    <a:lnTlToBr w="12700" cmpd="sng">
                      <a:noFill/>
                      <a:prstDash val="solid"/>
                    </a:lnTlToBr>
                    <a:lnBlToTr w="12700" cmpd="sng">
                      <a:noFill/>
                      <a:prstDash val="solid"/>
                    </a:lnBlToTr>
                  </a:tcPr>
                </a:tc>
                <a:extLst>
                  <a:ext uri="{0D108BD9-81ED-4DB2-BD59-A6C34878D82A}">
                    <a16:rowId xmlns:a16="http://schemas.microsoft.com/office/drawing/2014/main" val="1924988882"/>
                  </a:ext>
                </a:extLst>
              </a:tr>
            </a:tbl>
          </a:graphicData>
        </a:graphic>
      </p:graphicFrame>
      <p:sp>
        <p:nvSpPr>
          <p:cNvPr id="23" name="Rectangle 22">
            <a:extLst>
              <a:ext uri="{FF2B5EF4-FFF2-40B4-BE49-F238E27FC236}">
                <a16:creationId xmlns:a16="http://schemas.microsoft.com/office/drawing/2014/main" id="{B5958F46-8955-F6DD-F95E-1E715A7769C8}"/>
              </a:ext>
            </a:extLst>
          </p:cNvPr>
          <p:cNvSpPr/>
          <p:nvPr/>
        </p:nvSpPr>
        <p:spPr>
          <a:xfrm>
            <a:off x="10336306" y="962585"/>
            <a:ext cx="1029541" cy="3819525"/>
          </a:xfrm>
          <a:prstGeom prst="rect">
            <a:avLst/>
          </a:prstGeom>
          <a:solidFill>
            <a:srgbClr val="5F9EA0">
              <a:alpha val="50000"/>
            </a:srgb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050" name="Picture 2" descr="Grand Theft Auto V (???:??) : Amazon.ca: Video Games">
            <a:extLst>
              <a:ext uri="{FF2B5EF4-FFF2-40B4-BE49-F238E27FC236}">
                <a16:creationId xmlns:a16="http://schemas.microsoft.com/office/drawing/2014/main" id="{CE8176B2-AB72-1AD1-9BCE-1BC28BDF7957}"/>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4501" t="19072" r="7512" b="6836"/>
          <a:stretch/>
        </p:blipFill>
        <p:spPr bwMode="auto">
          <a:xfrm>
            <a:off x="3611301" y="4858716"/>
            <a:ext cx="1446836" cy="1530509"/>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Nintendo Selects: Wii Sports - Standard Edition: Wii: Video Games -  Amazon.ca">
            <a:extLst>
              <a:ext uri="{FF2B5EF4-FFF2-40B4-BE49-F238E27FC236}">
                <a16:creationId xmlns:a16="http://schemas.microsoft.com/office/drawing/2014/main" id="{BA49D6E2-AADC-4E70-A375-7F3B7C5A90B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35498" y="737355"/>
            <a:ext cx="1422639" cy="1999284"/>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5EDAD5B6-22DE-6FD4-5253-E712FE030650}"/>
              </a:ext>
            </a:extLst>
          </p:cNvPr>
          <p:cNvSpPr/>
          <p:nvPr/>
        </p:nvSpPr>
        <p:spPr>
          <a:xfrm rot="10800000" flipV="1">
            <a:off x="8022770" y="936174"/>
            <a:ext cx="1029541" cy="235402"/>
          </a:xfrm>
          <a:prstGeom prst="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3">
            <a:extLst>
              <a:ext uri="{FF2B5EF4-FFF2-40B4-BE49-F238E27FC236}">
                <a16:creationId xmlns:a16="http://schemas.microsoft.com/office/drawing/2014/main" id="{A63A1113-6F5E-5CE6-6FDF-8E53C7E20F42}"/>
              </a:ext>
            </a:extLst>
          </p:cNvPr>
          <p:cNvSpPr/>
          <p:nvPr/>
        </p:nvSpPr>
        <p:spPr>
          <a:xfrm rot="10800000" flipV="1">
            <a:off x="8044539" y="5289466"/>
            <a:ext cx="1621974" cy="235403"/>
          </a:xfrm>
          <a:prstGeom prst="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8F7DA70C-6DB8-6596-5758-035770228CA3}"/>
              </a:ext>
            </a:extLst>
          </p:cNvPr>
          <p:cNvSpPr txBox="1"/>
          <p:nvPr/>
        </p:nvSpPr>
        <p:spPr>
          <a:xfrm>
            <a:off x="5258940" y="5524870"/>
            <a:ext cx="1674119" cy="369332"/>
          </a:xfrm>
          <a:prstGeom prst="rect">
            <a:avLst/>
          </a:prstGeom>
          <a:noFill/>
        </p:spPr>
        <p:txBody>
          <a:bodyPr wrap="square" rtlCol="0">
            <a:spAutoFit/>
          </a:bodyPr>
          <a:lstStyle/>
          <a:p>
            <a:r>
              <a:rPr lang="en-IN" dirty="0">
                <a:latin typeface="Segoe UI Variable Small" pitchFamily="2" charset="0"/>
              </a:rPr>
              <a:t>5</a:t>
            </a:r>
            <a:r>
              <a:rPr lang="en-IN" baseline="30000" dirty="0">
                <a:latin typeface="Segoe UI Variable Small" pitchFamily="2" charset="0"/>
              </a:rPr>
              <a:t>th</a:t>
            </a:r>
            <a:r>
              <a:rPr lang="en-IN" dirty="0">
                <a:latin typeface="Segoe UI Variable Small" pitchFamily="2" charset="0"/>
              </a:rPr>
              <a:t> in EU Sales</a:t>
            </a:r>
          </a:p>
        </p:txBody>
      </p:sp>
    </p:spTree>
    <p:extLst>
      <p:ext uri="{BB962C8B-B14F-4D97-AF65-F5344CB8AC3E}">
        <p14:creationId xmlns:p14="http://schemas.microsoft.com/office/powerpoint/2010/main" val="31099439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xit" presetSubtype="0" fill="hold" nodeType="clickEffect">
                                  <p:stCondLst>
                                    <p:cond delay="0"/>
                                  </p:stCondLst>
                                  <p:childTnLst>
                                    <p:set>
                                      <p:cBhvr>
                                        <p:cTn id="12" dur="1" fill="hold">
                                          <p:stCondLst>
                                            <p:cond delay="0"/>
                                          </p:stCondLst>
                                        </p:cTn>
                                        <p:tgtEl>
                                          <p:spTgt spid="16"/>
                                        </p:tgtEl>
                                        <p:attrNameLst>
                                          <p:attrName>style.visibility</p:attrName>
                                        </p:attrNameLst>
                                      </p:cBhvr>
                                      <p:to>
                                        <p:strVal val="hidden"/>
                                      </p:to>
                                    </p:set>
                                  </p:childTnLst>
                                </p:cTn>
                              </p:par>
                              <p:par>
                                <p:cTn id="13" presetID="1" presetClass="entr" presetSubtype="0" fill="hold" grpId="0" nodeType="with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5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3" grpId="0" animBg="1"/>
      <p:bldP spid="4" grpId="0" animBg="1"/>
      <p:bldP spid="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6CBF5CF6-5DA3-BA4E-7609-8A9412D22E96}"/>
              </a:ext>
            </a:extLst>
          </p:cNvPr>
          <p:cNvSpPr>
            <a:spLocks noGrp="1"/>
          </p:cNvSpPr>
          <p:nvPr>
            <p:ph type="title"/>
          </p:nvPr>
        </p:nvSpPr>
        <p:spPr>
          <a:xfrm>
            <a:off x="0" y="11508"/>
            <a:ext cx="12192000" cy="739775"/>
          </a:xfrm>
        </p:spPr>
        <p:txBody>
          <a:bodyPr>
            <a:normAutofit/>
          </a:bodyPr>
          <a:lstStyle/>
          <a:p>
            <a:pPr algn="ctr"/>
            <a:r>
              <a:rPr lang="en-US" sz="2400" dirty="0">
                <a:latin typeface="Segoe UI Variable Text Semibold" pitchFamily="2" charset="0"/>
              </a:rPr>
              <a:t>Sales of the top 10 publishers</a:t>
            </a:r>
            <a:endParaRPr lang="en-IN" sz="2400" strike="sngStrike" dirty="0">
              <a:solidFill>
                <a:schemeClr val="bg2">
                  <a:lumMod val="90000"/>
                </a:schemeClr>
              </a:solidFill>
              <a:latin typeface="Segoe UI Variable Text Semibold" pitchFamily="2" charset="0"/>
            </a:endParaRPr>
          </a:p>
        </p:txBody>
      </p:sp>
      <p:pic>
        <p:nvPicPr>
          <p:cNvPr id="8" name="Picture 7">
            <a:extLst>
              <a:ext uri="{FF2B5EF4-FFF2-40B4-BE49-F238E27FC236}">
                <a16:creationId xmlns:a16="http://schemas.microsoft.com/office/drawing/2014/main" id="{4143D6E6-4E4E-3F58-A01F-E65DA3B2E58B}"/>
              </a:ext>
            </a:extLst>
          </p:cNvPr>
          <p:cNvPicPr>
            <a:picLocks noChangeAspect="1"/>
          </p:cNvPicPr>
          <p:nvPr/>
        </p:nvPicPr>
        <p:blipFill>
          <a:blip r:embed="rId3"/>
          <a:srcRect l="537" t="2875"/>
          <a:stretch/>
        </p:blipFill>
        <p:spPr>
          <a:xfrm>
            <a:off x="2273861" y="751281"/>
            <a:ext cx="7777627" cy="5782236"/>
          </a:xfrm>
          <a:prstGeom prst="rect">
            <a:avLst/>
          </a:prstGeom>
        </p:spPr>
      </p:pic>
      <p:sp>
        <p:nvSpPr>
          <p:cNvPr id="6" name="Rectangle 5">
            <a:extLst>
              <a:ext uri="{FF2B5EF4-FFF2-40B4-BE49-F238E27FC236}">
                <a16:creationId xmlns:a16="http://schemas.microsoft.com/office/drawing/2014/main" id="{14A30CDB-F30F-2AA9-4B32-4290DA8B1398}"/>
              </a:ext>
            </a:extLst>
          </p:cNvPr>
          <p:cNvSpPr/>
          <p:nvPr/>
        </p:nvSpPr>
        <p:spPr>
          <a:xfrm>
            <a:off x="3639669" y="4899770"/>
            <a:ext cx="4043083" cy="1647825"/>
          </a:xfrm>
          <a:prstGeom prst="rect">
            <a:avLst/>
          </a:prstGeom>
          <a:solidFill>
            <a:srgbClr val="5F9EA0">
              <a:alpha val="50000"/>
            </a:srgb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6977A6C9-B58D-1AF8-3CB1-E2E416EF5071}"/>
              </a:ext>
            </a:extLst>
          </p:cNvPr>
          <p:cNvSpPr txBox="1"/>
          <p:nvPr/>
        </p:nvSpPr>
        <p:spPr>
          <a:xfrm>
            <a:off x="2402541" y="4087906"/>
            <a:ext cx="469339" cy="246221"/>
          </a:xfrm>
          <a:prstGeom prst="rect">
            <a:avLst/>
          </a:prstGeom>
          <a:noFill/>
        </p:spPr>
        <p:txBody>
          <a:bodyPr wrap="square" rtlCol="0">
            <a:spAutoFit/>
          </a:bodyPr>
          <a:lstStyle/>
          <a:p>
            <a:r>
              <a:rPr lang="en-IN" sz="1000" dirty="0">
                <a:solidFill>
                  <a:srgbClr val="FF0000"/>
                </a:solidFill>
              </a:rPr>
              <a:t>300</a:t>
            </a:r>
          </a:p>
        </p:txBody>
      </p:sp>
    </p:spTree>
    <p:extLst>
      <p:ext uri="{BB962C8B-B14F-4D97-AF65-F5344CB8AC3E}">
        <p14:creationId xmlns:p14="http://schemas.microsoft.com/office/powerpoint/2010/main" val="38866961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478564FF-A61C-115A-8194-A8846F0FE19B}"/>
              </a:ext>
            </a:extLst>
          </p:cNvPr>
          <p:cNvPicPr>
            <a:picLocks noChangeAspect="1"/>
          </p:cNvPicPr>
          <p:nvPr/>
        </p:nvPicPr>
        <p:blipFill>
          <a:blip r:embed="rId3"/>
          <a:srcRect t="4106"/>
          <a:stretch/>
        </p:blipFill>
        <p:spPr>
          <a:xfrm>
            <a:off x="983880" y="698223"/>
            <a:ext cx="10224240" cy="6104585"/>
          </a:xfrm>
          <a:prstGeom prst="rect">
            <a:avLst/>
          </a:prstGeom>
        </p:spPr>
      </p:pic>
      <p:sp>
        <p:nvSpPr>
          <p:cNvPr id="4" name="Title 1">
            <a:extLst>
              <a:ext uri="{FF2B5EF4-FFF2-40B4-BE49-F238E27FC236}">
                <a16:creationId xmlns:a16="http://schemas.microsoft.com/office/drawing/2014/main" id="{B18995DE-0BAF-352E-CAD9-6175D24EDEDA}"/>
              </a:ext>
            </a:extLst>
          </p:cNvPr>
          <p:cNvSpPr txBox="1">
            <a:spLocks/>
          </p:cNvSpPr>
          <p:nvPr/>
        </p:nvSpPr>
        <p:spPr>
          <a:xfrm>
            <a:off x="0" y="11508"/>
            <a:ext cx="12192000" cy="739775"/>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50000"/>
              </a:lnSpc>
            </a:pPr>
            <a:r>
              <a:rPr lang="en-US" sz="2400" dirty="0">
                <a:latin typeface="Segoe UI Variable Text Semibold" pitchFamily="2" charset="0"/>
              </a:rPr>
              <a:t>Global sales trends (per publisher)</a:t>
            </a:r>
          </a:p>
        </p:txBody>
      </p:sp>
      <p:sp>
        <p:nvSpPr>
          <p:cNvPr id="5" name="Oval 4">
            <a:extLst>
              <a:ext uri="{FF2B5EF4-FFF2-40B4-BE49-F238E27FC236}">
                <a16:creationId xmlns:a16="http://schemas.microsoft.com/office/drawing/2014/main" id="{8F195DDC-49B3-5A2E-ACD7-9BB0090B4C12}"/>
              </a:ext>
            </a:extLst>
          </p:cNvPr>
          <p:cNvSpPr/>
          <p:nvPr/>
        </p:nvSpPr>
        <p:spPr>
          <a:xfrm>
            <a:off x="8324418" y="3755907"/>
            <a:ext cx="184067" cy="184621"/>
          </a:xfrm>
          <a:prstGeom prst="ellipse">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467D90CB-0B5A-6357-AC9E-ABB0965F647A}"/>
              </a:ext>
            </a:extLst>
          </p:cNvPr>
          <p:cNvSpPr txBox="1"/>
          <p:nvPr/>
        </p:nvSpPr>
        <p:spPr>
          <a:xfrm>
            <a:off x="8518429" y="3625008"/>
            <a:ext cx="599101" cy="276999"/>
          </a:xfrm>
          <a:prstGeom prst="rect">
            <a:avLst/>
          </a:prstGeom>
          <a:noFill/>
        </p:spPr>
        <p:txBody>
          <a:bodyPr wrap="square" rtlCol="0">
            <a:spAutoFit/>
          </a:bodyPr>
          <a:lstStyle/>
          <a:p>
            <a:r>
              <a:rPr lang="en-IN" sz="1200" b="1" dirty="0">
                <a:solidFill>
                  <a:srgbClr val="FC8C61"/>
                </a:solidFill>
              </a:rPr>
              <a:t>86.2</a:t>
            </a:r>
          </a:p>
        </p:txBody>
      </p:sp>
      <p:sp>
        <p:nvSpPr>
          <p:cNvPr id="7" name="Oval 6">
            <a:extLst>
              <a:ext uri="{FF2B5EF4-FFF2-40B4-BE49-F238E27FC236}">
                <a16:creationId xmlns:a16="http://schemas.microsoft.com/office/drawing/2014/main" id="{1AEFA6FD-EAE7-5017-335A-BF68A72A3999}"/>
              </a:ext>
            </a:extLst>
          </p:cNvPr>
          <p:cNvSpPr/>
          <p:nvPr/>
        </p:nvSpPr>
        <p:spPr>
          <a:xfrm>
            <a:off x="8324844" y="3968837"/>
            <a:ext cx="184067" cy="184621"/>
          </a:xfrm>
          <a:prstGeom prst="ellipse">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E22B0CAA-4A82-70DC-9FC4-A8B63A90A795}"/>
              </a:ext>
            </a:extLst>
          </p:cNvPr>
          <p:cNvSpPr txBox="1"/>
          <p:nvPr/>
        </p:nvSpPr>
        <p:spPr>
          <a:xfrm>
            <a:off x="8138053" y="4165876"/>
            <a:ext cx="449216" cy="276999"/>
          </a:xfrm>
          <a:prstGeom prst="rect">
            <a:avLst/>
          </a:prstGeom>
          <a:noFill/>
        </p:spPr>
        <p:txBody>
          <a:bodyPr wrap="square" rtlCol="0">
            <a:spAutoFit/>
          </a:bodyPr>
          <a:lstStyle/>
          <a:p>
            <a:r>
              <a:rPr lang="en-IN" sz="1200" b="1" dirty="0">
                <a:solidFill>
                  <a:srgbClr val="79CAB0"/>
                </a:solidFill>
              </a:rPr>
              <a:t>78</a:t>
            </a:r>
          </a:p>
        </p:txBody>
      </p:sp>
      <p:sp>
        <p:nvSpPr>
          <p:cNvPr id="9" name="Oval 8">
            <a:extLst>
              <a:ext uri="{FF2B5EF4-FFF2-40B4-BE49-F238E27FC236}">
                <a16:creationId xmlns:a16="http://schemas.microsoft.com/office/drawing/2014/main" id="{5FDD7D37-8BA4-814C-E9C9-9A4DB2577FF6}"/>
              </a:ext>
            </a:extLst>
          </p:cNvPr>
          <p:cNvSpPr/>
          <p:nvPr/>
        </p:nvSpPr>
        <p:spPr>
          <a:xfrm>
            <a:off x="7626432" y="872092"/>
            <a:ext cx="184067" cy="184621"/>
          </a:xfrm>
          <a:prstGeom prst="ellipse">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Oval 9">
            <a:extLst>
              <a:ext uri="{FF2B5EF4-FFF2-40B4-BE49-F238E27FC236}">
                <a16:creationId xmlns:a16="http://schemas.microsoft.com/office/drawing/2014/main" id="{DA2A08F1-9CC3-CBD8-AA7E-2B8A94CE0713}"/>
              </a:ext>
            </a:extLst>
          </p:cNvPr>
          <p:cNvSpPr/>
          <p:nvPr/>
        </p:nvSpPr>
        <p:spPr>
          <a:xfrm>
            <a:off x="8319517" y="2730588"/>
            <a:ext cx="184067" cy="184621"/>
          </a:xfrm>
          <a:prstGeom prst="ellipse">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8744D71E-16E7-2176-7D66-DB23C590C207}"/>
              </a:ext>
            </a:extLst>
          </p:cNvPr>
          <p:cNvSpPr txBox="1"/>
          <p:nvPr/>
        </p:nvSpPr>
        <p:spPr>
          <a:xfrm>
            <a:off x="8433173" y="2496304"/>
            <a:ext cx="599101" cy="276999"/>
          </a:xfrm>
          <a:prstGeom prst="rect">
            <a:avLst/>
          </a:prstGeom>
          <a:noFill/>
        </p:spPr>
        <p:txBody>
          <a:bodyPr wrap="square" rtlCol="0">
            <a:spAutoFit/>
          </a:bodyPr>
          <a:lstStyle/>
          <a:p>
            <a:r>
              <a:rPr lang="en-IN" sz="1200" b="1" dirty="0">
                <a:solidFill>
                  <a:srgbClr val="B0DC68"/>
                </a:solidFill>
              </a:rPr>
              <a:t>128.9</a:t>
            </a:r>
          </a:p>
        </p:txBody>
      </p:sp>
      <p:sp>
        <p:nvSpPr>
          <p:cNvPr id="12" name="TextBox 11">
            <a:extLst>
              <a:ext uri="{FF2B5EF4-FFF2-40B4-BE49-F238E27FC236}">
                <a16:creationId xmlns:a16="http://schemas.microsoft.com/office/drawing/2014/main" id="{E91D5AA4-91C1-D9CA-9DD4-F3CBD15FD3C5}"/>
              </a:ext>
            </a:extLst>
          </p:cNvPr>
          <p:cNvSpPr txBox="1"/>
          <p:nvPr/>
        </p:nvSpPr>
        <p:spPr>
          <a:xfrm>
            <a:off x="7772959" y="801281"/>
            <a:ext cx="546558" cy="276999"/>
          </a:xfrm>
          <a:prstGeom prst="rect">
            <a:avLst/>
          </a:prstGeom>
          <a:noFill/>
        </p:spPr>
        <p:txBody>
          <a:bodyPr wrap="square" rtlCol="0">
            <a:spAutoFit/>
          </a:bodyPr>
          <a:lstStyle/>
          <a:p>
            <a:r>
              <a:rPr lang="en-IN" sz="1200" b="1" dirty="0">
                <a:solidFill>
                  <a:srgbClr val="B0DC68"/>
                </a:solidFill>
              </a:rPr>
              <a:t>205.6</a:t>
            </a:r>
          </a:p>
        </p:txBody>
      </p:sp>
    </p:spTree>
    <p:extLst>
      <p:ext uri="{BB962C8B-B14F-4D97-AF65-F5344CB8AC3E}">
        <p14:creationId xmlns:p14="http://schemas.microsoft.com/office/powerpoint/2010/main" val="19953710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7" grpId="0" animBg="1"/>
      <p:bldP spid="8" grpId="0"/>
      <p:bldP spid="9" grpId="0" animBg="1"/>
      <p:bldP spid="10" grpId="0" animBg="1"/>
      <p:bldP spid="11" grpId="0"/>
      <p:bldP spid="1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Picture 26">
            <a:extLst>
              <a:ext uri="{FF2B5EF4-FFF2-40B4-BE49-F238E27FC236}">
                <a16:creationId xmlns:a16="http://schemas.microsoft.com/office/drawing/2014/main" id="{E67F087F-AB74-0053-BE52-5DD53B7899CE}"/>
              </a:ext>
            </a:extLst>
          </p:cNvPr>
          <p:cNvPicPr>
            <a:picLocks noChangeAspect="1"/>
          </p:cNvPicPr>
          <p:nvPr/>
        </p:nvPicPr>
        <p:blipFill>
          <a:blip r:embed="rId3"/>
          <a:srcRect l="675" t="3770"/>
          <a:stretch/>
        </p:blipFill>
        <p:spPr>
          <a:xfrm>
            <a:off x="1013010" y="689838"/>
            <a:ext cx="10245178" cy="6165818"/>
          </a:xfrm>
          <a:prstGeom prst="rect">
            <a:avLst/>
          </a:prstGeom>
        </p:spPr>
      </p:pic>
      <p:sp>
        <p:nvSpPr>
          <p:cNvPr id="4" name="Oval 3">
            <a:extLst>
              <a:ext uri="{FF2B5EF4-FFF2-40B4-BE49-F238E27FC236}">
                <a16:creationId xmlns:a16="http://schemas.microsoft.com/office/drawing/2014/main" id="{30FE1190-9049-8E33-3169-EDAE79C6D6AC}"/>
              </a:ext>
            </a:extLst>
          </p:cNvPr>
          <p:cNvSpPr/>
          <p:nvPr/>
        </p:nvSpPr>
        <p:spPr>
          <a:xfrm>
            <a:off x="7187161" y="3588399"/>
            <a:ext cx="184067" cy="184621"/>
          </a:xfrm>
          <a:prstGeom prst="ellipse">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Oval 4">
            <a:extLst>
              <a:ext uri="{FF2B5EF4-FFF2-40B4-BE49-F238E27FC236}">
                <a16:creationId xmlns:a16="http://schemas.microsoft.com/office/drawing/2014/main" id="{D096C347-D48F-916A-D52D-8AC7CDCDB784}"/>
              </a:ext>
            </a:extLst>
          </p:cNvPr>
          <p:cNvSpPr/>
          <p:nvPr/>
        </p:nvSpPr>
        <p:spPr>
          <a:xfrm>
            <a:off x="7665091" y="3779461"/>
            <a:ext cx="184067" cy="184621"/>
          </a:xfrm>
          <a:prstGeom prst="ellipse">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Oval 5">
            <a:extLst>
              <a:ext uri="{FF2B5EF4-FFF2-40B4-BE49-F238E27FC236}">
                <a16:creationId xmlns:a16="http://schemas.microsoft.com/office/drawing/2014/main" id="{613B5CB7-5CA5-9208-8588-3833A1FCEAE3}"/>
              </a:ext>
            </a:extLst>
          </p:cNvPr>
          <p:cNvSpPr/>
          <p:nvPr/>
        </p:nvSpPr>
        <p:spPr>
          <a:xfrm>
            <a:off x="2376476" y="5641320"/>
            <a:ext cx="184067" cy="184621"/>
          </a:xfrm>
          <a:prstGeom prst="ellipse">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Oval 6">
            <a:extLst>
              <a:ext uri="{FF2B5EF4-FFF2-40B4-BE49-F238E27FC236}">
                <a16:creationId xmlns:a16="http://schemas.microsoft.com/office/drawing/2014/main" id="{FD667987-F256-B82F-C857-E0ED01B6C5F4}"/>
              </a:ext>
            </a:extLst>
          </p:cNvPr>
          <p:cNvSpPr/>
          <p:nvPr/>
        </p:nvSpPr>
        <p:spPr>
          <a:xfrm>
            <a:off x="8136161" y="914098"/>
            <a:ext cx="184067" cy="184621"/>
          </a:xfrm>
          <a:prstGeom prst="ellipse">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Oval 7">
            <a:extLst>
              <a:ext uri="{FF2B5EF4-FFF2-40B4-BE49-F238E27FC236}">
                <a16:creationId xmlns:a16="http://schemas.microsoft.com/office/drawing/2014/main" id="{661CFC7D-825C-A8B1-CAEC-11DF69E56E3A}"/>
              </a:ext>
            </a:extLst>
          </p:cNvPr>
          <p:cNvSpPr/>
          <p:nvPr/>
        </p:nvSpPr>
        <p:spPr>
          <a:xfrm>
            <a:off x="8360703" y="893942"/>
            <a:ext cx="184067" cy="184621"/>
          </a:xfrm>
          <a:prstGeom prst="ellipse">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TextBox 9">
            <a:extLst>
              <a:ext uri="{FF2B5EF4-FFF2-40B4-BE49-F238E27FC236}">
                <a16:creationId xmlns:a16="http://schemas.microsoft.com/office/drawing/2014/main" id="{8F245AD4-7BD0-66D9-2739-D28B1D613FB3}"/>
              </a:ext>
            </a:extLst>
          </p:cNvPr>
          <p:cNvSpPr txBox="1"/>
          <p:nvPr/>
        </p:nvSpPr>
        <p:spPr>
          <a:xfrm>
            <a:off x="7904254" y="3545177"/>
            <a:ext cx="361951" cy="276999"/>
          </a:xfrm>
          <a:prstGeom prst="rect">
            <a:avLst/>
          </a:prstGeom>
          <a:noFill/>
        </p:spPr>
        <p:txBody>
          <a:bodyPr wrap="square" rtlCol="0">
            <a:spAutoFit/>
          </a:bodyPr>
          <a:lstStyle/>
          <a:p>
            <a:r>
              <a:rPr lang="en-IN" sz="1200" b="1" dirty="0">
                <a:solidFill>
                  <a:srgbClr val="B0DC68"/>
                </a:solidFill>
              </a:rPr>
              <a:t>53</a:t>
            </a:r>
          </a:p>
        </p:txBody>
      </p:sp>
      <p:sp>
        <p:nvSpPr>
          <p:cNvPr id="11" name="TextBox 10">
            <a:extLst>
              <a:ext uri="{FF2B5EF4-FFF2-40B4-BE49-F238E27FC236}">
                <a16:creationId xmlns:a16="http://schemas.microsoft.com/office/drawing/2014/main" id="{B38717C0-E2C0-C1CB-A9C1-E5EA1E878F44}"/>
              </a:ext>
            </a:extLst>
          </p:cNvPr>
          <p:cNvSpPr txBox="1"/>
          <p:nvPr/>
        </p:nvSpPr>
        <p:spPr>
          <a:xfrm>
            <a:off x="7036172" y="3311400"/>
            <a:ext cx="361951" cy="276999"/>
          </a:xfrm>
          <a:prstGeom prst="rect">
            <a:avLst/>
          </a:prstGeom>
          <a:noFill/>
        </p:spPr>
        <p:txBody>
          <a:bodyPr wrap="square" rtlCol="0">
            <a:spAutoFit/>
          </a:bodyPr>
          <a:lstStyle/>
          <a:p>
            <a:r>
              <a:rPr lang="en-IN" sz="1200" b="1" dirty="0">
                <a:solidFill>
                  <a:srgbClr val="B0DC68"/>
                </a:solidFill>
              </a:rPr>
              <a:t>57</a:t>
            </a:r>
          </a:p>
        </p:txBody>
      </p:sp>
      <p:sp>
        <p:nvSpPr>
          <p:cNvPr id="12" name="TextBox 11">
            <a:extLst>
              <a:ext uri="{FF2B5EF4-FFF2-40B4-BE49-F238E27FC236}">
                <a16:creationId xmlns:a16="http://schemas.microsoft.com/office/drawing/2014/main" id="{2E34EB5E-2EA4-2456-DC02-82E1562309BF}"/>
              </a:ext>
            </a:extLst>
          </p:cNvPr>
          <p:cNvSpPr txBox="1"/>
          <p:nvPr/>
        </p:nvSpPr>
        <p:spPr>
          <a:xfrm>
            <a:off x="2401936" y="5364321"/>
            <a:ext cx="361951" cy="276999"/>
          </a:xfrm>
          <a:prstGeom prst="rect">
            <a:avLst/>
          </a:prstGeom>
          <a:noFill/>
        </p:spPr>
        <p:txBody>
          <a:bodyPr wrap="square" rtlCol="0">
            <a:spAutoFit/>
          </a:bodyPr>
          <a:lstStyle/>
          <a:p>
            <a:r>
              <a:rPr lang="en-IN" sz="1200" b="1" dirty="0">
                <a:solidFill>
                  <a:srgbClr val="B0DC68"/>
                </a:solidFill>
              </a:rPr>
              <a:t>6</a:t>
            </a:r>
          </a:p>
        </p:txBody>
      </p:sp>
      <p:sp>
        <p:nvSpPr>
          <p:cNvPr id="13" name="TextBox 12">
            <a:extLst>
              <a:ext uri="{FF2B5EF4-FFF2-40B4-BE49-F238E27FC236}">
                <a16:creationId xmlns:a16="http://schemas.microsoft.com/office/drawing/2014/main" id="{489E6B21-9EAF-F833-A09C-6C1C088C48E5}"/>
              </a:ext>
            </a:extLst>
          </p:cNvPr>
          <p:cNvSpPr txBox="1"/>
          <p:nvPr/>
        </p:nvSpPr>
        <p:spPr>
          <a:xfrm>
            <a:off x="7873948" y="724455"/>
            <a:ext cx="599101" cy="276999"/>
          </a:xfrm>
          <a:prstGeom prst="rect">
            <a:avLst/>
          </a:prstGeom>
          <a:noFill/>
        </p:spPr>
        <p:txBody>
          <a:bodyPr wrap="square" rtlCol="0">
            <a:spAutoFit/>
          </a:bodyPr>
          <a:lstStyle/>
          <a:p>
            <a:r>
              <a:rPr lang="en-IN" sz="1200" b="1" dirty="0">
                <a:solidFill>
                  <a:srgbClr val="FC8C61"/>
                </a:solidFill>
              </a:rPr>
              <a:t>120</a:t>
            </a:r>
          </a:p>
        </p:txBody>
      </p:sp>
      <p:sp>
        <p:nvSpPr>
          <p:cNvPr id="14" name="TextBox 13">
            <a:extLst>
              <a:ext uri="{FF2B5EF4-FFF2-40B4-BE49-F238E27FC236}">
                <a16:creationId xmlns:a16="http://schemas.microsoft.com/office/drawing/2014/main" id="{09F319B6-441B-3AAB-110F-717441221F41}"/>
              </a:ext>
            </a:extLst>
          </p:cNvPr>
          <p:cNvSpPr txBox="1"/>
          <p:nvPr/>
        </p:nvSpPr>
        <p:spPr>
          <a:xfrm>
            <a:off x="8363087" y="689837"/>
            <a:ext cx="449216" cy="276999"/>
          </a:xfrm>
          <a:prstGeom prst="rect">
            <a:avLst/>
          </a:prstGeom>
          <a:noFill/>
        </p:spPr>
        <p:txBody>
          <a:bodyPr wrap="square" rtlCol="0">
            <a:spAutoFit/>
          </a:bodyPr>
          <a:lstStyle/>
          <a:p>
            <a:r>
              <a:rPr lang="en-IN" sz="1200" b="1" dirty="0">
                <a:solidFill>
                  <a:srgbClr val="79CAB0"/>
                </a:solidFill>
              </a:rPr>
              <a:t>121</a:t>
            </a:r>
          </a:p>
        </p:txBody>
      </p:sp>
      <p:sp>
        <p:nvSpPr>
          <p:cNvPr id="21" name="Title 1">
            <a:extLst>
              <a:ext uri="{FF2B5EF4-FFF2-40B4-BE49-F238E27FC236}">
                <a16:creationId xmlns:a16="http://schemas.microsoft.com/office/drawing/2014/main" id="{38F19EC0-BC9C-67CF-E19A-DA052F915B0A}"/>
              </a:ext>
            </a:extLst>
          </p:cNvPr>
          <p:cNvSpPr txBox="1">
            <a:spLocks/>
          </p:cNvSpPr>
          <p:nvPr/>
        </p:nvSpPr>
        <p:spPr>
          <a:xfrm>
            <a:off x="0" y="11508"/>
            <a:ext cx="12192000" cy="739775"/>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50000"/>
              </a:lnSpc>
            </a:pPr>
            <a:r>
              <a:rPr lang="en-US" sz="2400" dirty="0">
                <a:latin typeface="Segoe UI Variable Text Semibold" pitchFamily="2" charset="0"/>
              </a:rPr>
              <a:t>Number of games release per year (per publisher)</a:t>
            </a:r>
          </a:p>
        </p:txBody>
      </p:sp>
      <p:sp>
        <p:nvSpPr>
          <p:cNvPr id="24" name="Oval 23">
            <a:extLst>
              <a:ext uri="{FF2B5EF4-FFF2-40B4-BE49-F238E27FC236}">
                <a16:creationId xmlns:a16="http://schemas.microsoft.com/office/drawing/2014/main" id="{86437D77-F598-B6D0-CEFE-3FFE5DAD708D}"/>
              </a:ext>
            </a:extLst>
          </p:cNvPr>
          <p:cNvSpPr/>
          <p:nvPr/>
        </p:nvSpPr>
        <p:spPr>
          <a:xfrm>
            <a:off x="1689324" y="5706923"/>
            <a:ext cx="184067" cy="184621"/>
          </a:xfrm>
          <a:prstGeom prst="ellipse">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TextBox 24">
            <a:extLst>
              <a:ext uri="{FF2B5EF4-FFF2-40B4-BE49-F238E27FC236}">
                <a16:creationId xmlns:a16="http://schemas.microsoft.com/office/drawing/2014/main" id="{4129B03B-7BF0-615C-6E31-590B48115DF6}"/>
              </a:ext>
            </a:extLst>
          </p:cNvPr>
          <p:cNvSpPr txBox="1"/>
          <p:nvPr/>
        </p:nvSpPr>
        <p:spPr>
          <a:xfrm>
            <a:off x="1718601" y="5502818"/>
            <a:ext cx="449216" cy="276999"/>
          </a:xfrm>
          <a:prstGeom prst="rect">
            <a:avLst/>
          </a:prstGeom>
          <a:noFill/>
        </p:spPr>
        <p:txBody>
          <a:bodyPr wrap="square" rtlCol="0">
            <a:spAutoFit/>
          </a:bodyPr>
          <a:lstStyle/>
          <a:p>
            <a:r>
              <a:rPr lang="en-IN" sz="1200" b="1" dirty="0">
                <a:solidFill>
                  <a:srgbClr val="79CAB0"/>
                </a:solidFill>
              </a:rPr>
              <a:t>5</a:t>
            </a:r>
          </a:p>
        </p:txBody>
      </p:sp>
      <p:sp>
        <p:nvSpPr>
          <p:cNvPr id="2" name="Title 1">
            <a:extLst>
              <a:ext uri="{FF2B5EF4-FFF2-40B4-BE49-F238E27FC236}">
                <a16:creationId xmlns:a16="http://schemas.microsoft.com/office/drawing/2014/main" id="{BC509CFF-AA90-C95A-6B6D-A364A033E3A5}"/>
              </a:ext>
            </a:extLst>
          </p:cNvPr>
          <p:cNvSpPr txBox="1">
            <a:spLocks/>
          </p:cNvSpPr>
          <p:nvPr/>
        </p:nvSpPr>
        <p:spPr>
          <a:xfrm>
            <a:off x="1455941" y="1567754"/>
            <a:ext cx="5011838" cy="739775"/>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50000"/>
              </a:lnSpc>
            </a:pPr>
            <a:r>
              <a:rPr lang="en-US" sz="2400" dirty="0">
                <a:solidFill>
                  <a:srgbClr val="FF0000"/>
                </a:solidFill>
                <a:latin typeface="Segoe UI Variable Text Semibold" pitchFamily="2" charset="0"/>
              </a:rPr>
              <a:t>More games ≠ More sales</a:t>
            </a:r>
          </a:p>
        </p:txBody>
      </p:sp>
      <p:pic>
        <p:nvPicPr>
          <p:cNvPr id="4098" name="Picture 2" descr="Ice Hockey (1981 video game) - Wikipedia">
            <a:extLst>
              <a:ext uri="{FF2B5EF4-FFF2-40B4-BE49-F238E27FC236}">
                <a16:creationId xmlns:a16="http://schemas.microsoft.com/office/drawing/2014/main" id="{A1D1853E-38E4-B30A-6202-99816764D49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74110" y="4073316"/>
            <a:ext cx="827826" cy="1131793"/>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Boxing (1980 video game) - Wikipedia">
            <a:extLst>
              <a:ext uri="{FF2B5EF4-FFF2-40B4-BE49-F238E27FC236}">
                <a16:creationId xmlns:a16="http://schemas.microsoft.com/office/drawing/2014/main" id="{884F58DB-085C-B6A6-6DC5-94AEE69CBF9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74111" y="2879251"/>
            <a:ext cx="802366" cy="1109522"/>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descr="Mario Bros. - Wikipedia">
            <a:extLst>
              <a:ext uri="{FF2B5EF4-FFF2-40B4-BE49-F238E27FC236}">
                <a16:creationId xmlns:a16="http://schemas.microsoft.com/office/drawing/2014/main" id="{A04428AD-A6F7-54AE-7176-932CA1499416}"/>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t="-1" b="6881"/>
          <a:stretch/>
        </p:blipFill>
        <p:spPr bwMode="auto">
          <a:xfrm>
            <a:off x="2491474" y="4113932"/>
            <a:ext cx="827826" cy="1091543"/>
          </a:xfrm>
          <a:prstGeom prst="rect">
            <a:avLst/>
          </a:prstGeom>
          <a:noFill/>
          <a:extLst>
            <a:ext uri="{909E8E84-426E-40DD-AFC4-6F175D3DCCD1}">
              <a14:hiddenFill xmlns:a14="http://schemas.microsoft.com/office/drawing/2010/main">
                <a:solidFill>
                  <a:srgbClr val="FFFFFF"/>
                </a:solidFill>
              </a14:hiddenFill>
            </a:ext>
          </a:extLst>
        </p:spPr>
      </p:pic>
      <p:pic>
        <p:nvPicPr>
          <p:cNvPr id="4104" name="Picture 8" descr="Donkey Kong (game) - Super Mario Wiki, the Mario encyclopedia">
            <a:extLst>
              <a:ext uri="{FF2B5EF4-FFF2-40B4-BE49-F238E27FC236}">
                <a16:creationId xmlns:a16="http://schemas.microsoft.com/office/drawing/2014/main" id="{0DFEE71A-B04E-356D-EF5E-EFD922C1921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431574" y="2879251"/>
            <a:ext cx="859198" cy="10653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930620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5"/>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100"/>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4"/>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4098"/>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4104"/>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4102"/>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10" grpId="0"/>
      <p:bldP spid="11" grpId="0"/>
      <p:bldP spid="12" grpId="0"/>
      <p:bldP spid="13" grpId="0"/>
      <p:bldP spid="14" grpId="0"/>
      <p:bldP spid="24" grpId="0" animBg="1"/>
      <p:bldP spid="25" grpId="0"/>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A1425F-7D69-921E-D3E7-D2CA78C58886}"/>
            </a:ext>
          </a:extLst>
        </p:cNvPr>
        <p:cNvGrpSpPr/>
        <p:nvPr/>
      </p:nvGrpSpPr>
      <p:grpSpPr>
        <a:xfrm>
          <a:off x="0" y="0"/>
          <a:ext cx="0" cy="0"/>
          <a:chOff x="0" y="0"/>
          <a:chExt cx="0" cy="0"/>
        </a:xfrm>
      </p:grpSpPr>
      <p:pic>
        <p:nvPicPr>
          <p:cNvPr id="14" name="Picture 13">
            <a:extLst>
              <a:ext uri="{FF2B5EF4-FFF2-40B4-BE49-F238E27FC236}">
                <a16:creationId xmlns:a16="http://schemas.microsoft.com/office/drawing/2014/main" id="{588BEE06-E576-0A49-A224-3A505A63AEBA}"/>
              </a:ext>
            </a:extLst>
          </p:cNvPr>
          <p:cNvPicPr>
            <a:picLocks noChangeAspect="1"/>
          </p:cNvPicPr>
          <p:nvPr/>
        </p:nvPicPr>
        <p:blipFill>
          <a:blip r:embed="rId3"/>
          <a:srcRect t="4106"/>
          <a:stretch/>
        </p:blipFill>
        <p:spPr>
          <a:xfrm>
            <a:off x="983880" y="698223"/>
            <a:ext cx="10224240" cy="6104585"/>
          </a:xfrm>
          <a:prstGeom prst="rect">
            <a:avLst/>
          </a:prstGeom>
        </p:spPr>
      </p:pic>
      <p:sp>
        <p:nvSpPr>
          <p:cNvPr id="4" name="Title 1">
            <a:extLst>
              <a:ext uri="{FF2B5EF4-FFF2-40B4-BE49-F238E27FC236}">
                <a16:creationId xmlns:a16="http://schemas.microsoft.com/office/drawing/2014/main" id="{55D37193-0AEB-6173-EEA0-63858976A219}"/>
              </a:ext>
            </a:extLst>
          </p:cNvPr>
          <p:cNvSpPr txBox="1">
            <a:spLocks/>
          </p:cNvSpPr>
          <p:nvPr/>
        </p:nvSpPr>
        <p:spPr>
          <a:xfrm>
            <a:off x="0" y="11508"/>
            <a:ext cx="12192000" cy="739775"/>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50000"/>
              </a:lnSpc>
            </a:pPr>
            <a:r>
              <a:rPr lang="en-US" sz="2400" dirty="0">
                <a:latin typeface="Segoe UI Variable Text Semibold" pitchFamily="2" charset="0"/>
              </a:rPr>
              <a:t>Global sales trends (per publisher)</a:t>
            </a:r>
          </a:p>
        </p:txBody>
      </p:sp>
      <p:sp>
        <p:nvSpPr>
          <p:cNvPr id="5" name="Oval 4">
            <a:extLst>
              <a:ext uri="{FF2B5EF4-FFF2-40B4-BE49-F238E27FC236}">
                <a16:creationId xmlns:a16="http://schemas.microsoft.com/office/drawing/2014/main" id="{29DAA2CF-A295-FE6D-5B92-1F28F60B6BB3}"/>
              </a:ext>
            </a:extLst>
          </p:cNvPr>
          <p:cNvSpPr/>
          <p:nvPr/>
        </p:nvSpPr>
        <p:spPr>
          <a:xfrm>
            <a:off x="8324418" y="3755907"/>
            <a:ext cx="184067" cy="184621"/>
          </a:xfrm>
          <a:prstGeom prst="ellipse">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7D9EE3C4-D28B-67A5-A09B-2281FF013565}"/>
              </a:ext>
            </a:extLst>
          </p:cNvPr>
          <p:cNvSpPr txBox="1"/>
          <p:nvPr/>
        </p:nvSpPr>
        <p:spPr>
          <a:xfrm>
            <a:off x="8518429" y="3625008"/>
            <a:ext cx="599101" cy="276999"/>
          </a:xfrm>
          <a:prstGeom prst="rect">
            <a:avLst/>
          </a:prstGeom>
          <a:noFill/>
        </p:spPr>
        <p:txBody>
          <a:bodyPr wrap="square" rtlCol="0">
            <a:spAutoFit/>
          </a:bodyPr>
          <a:lstStyle/>
          <a:p>
            <a:r>
              <a:rPr lang="en-IN" sz="1200" b="1" dirty="0">
                <a:solidFill>
                  <a:srgbClr val="FC8C61"/>
                </a:solidFill>
              </a:rPr>
              <a:t>86.2</a:t>
            </a:r>
          </a:p>
        </p:txBody>
      </p:sp>
      <p:sp>
        <p:nvSpPr>
          <p:cNvPr id="7" name="Oval 6">
            <a:extLst>
              <a:ext uri="{FF2B5EF4-FFF2-40B4-BE49-F238E27FC236}">
                <a16:creationId xmlns:a16="http://schemas.microsoft.com/office/drawing/2014/main" id="{FA5713F7-8188-A3AB-1BD1-5182BA58D92A}"/>
              </a:ext>
            </a:extLst>
          </p:cNvPr>
          <p:cNvSpPr/>
          <p:nvPr/>
        </p:nvSpPr>
        <p:spPr>
          <a:xfrm>
            <a:off x="8324844" y="3968837"/>
            <a:ext cx="184067" cy="184621"/>
          </a:xfrm>
          <a:prstGeom prst="ellipse">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A1CD1600-75C6-E43F-8480-B7F857A0552B}"/>
              </a:ext>
            </a:extLst>
          </p:cNvPr>
          <p:cNvSpPr txBox="1"/>
          <p:nvPr/>
        </p:nvSpPr>
        <p:spPr>
          <a:xfrm>
            <a:off x="8138053" y="4165876"/>
            <a:ext cx="449216" cy="276999"/>
          </a:xfrm>
          <a:prstGeom prst="rect">
            <a:avLst/>
          </a:prstGeom>
          <a:noFill/>
        </p:spPr>
        <p:txBody>
          <a:bodyPr wrap="square" rtlCol="0">
            <a:spAutoFit/>
          </a:bodyPr>
          <a:lstStyle/>
          <a:p>
            <a:r>
              <a:rPr lang="en-IN" sz="1200" b="1" dirty="0">
                <a:solidFill>
                  <a:srgbClr val="79CAB0"/>
                </a:solidFill>
              </a:rPr>
              <a:t>78</a:t>
            </a:r>
          </a:p>
        </p:txBody>
      </p:sp>
      <p:sp>
        <p:nvSpPr>
          <p:cNvPr id="9" name="Oval 8">
            <a:extLst>
              <a:ext uri="{FF2B5EF4-FFF2-40B4-BE49-F238E27FC236}">
                <a16:creationId xmlns:a16="http://schemas.microsoft.com/office/drawing/2014/main" id="{94814440-3FA1-0EEF-F73E-D6102DD86434}"/>
              </a:ext>
            </a:extLst>
          </p:cNvPr>
          <p:cNvSpPr/>
          <p:nvPr/>
        </p:nvSpPr>
        <p:spPr>
          <a:xfrm>
            <a:off x="7626432" y="872092"/>
            <a:ext cx="184067" cy="184621"/>
          </a:xfrm>
          <a:prstGeom prst="ellipse">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Oval 9">
            <a:extLst>
              <a:ext uri="{FF2B5EF4-FFF2-40B4-BE49-F238E27FC236}">
                <a16:creationId xmlns:a16="http://schemas.microsoft.com/office/drawing/2014/main" id="{BAEF8A4F-6BFD-59D9-24F4-749A3E1D4447}"/>
              </a:ext>
            </a:extLst>
          </p:cNvPr>
          <p:cNvSpPr/>
          <p:nvPr/>
        </p:nvSpPr>
        <p:spPr>
          <a:xfrm>
            <a:off x="8319517" y="2730588"/>
            <a:ext cx="184067" cy="184621"/>
          </a:xfrm>
          <a:prstGeom prst="ellipse">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A9D64E02-DE2D-C2A0-D9D1-F7A40C30758D}"/>
              </a:ext>
            </a:extLst>
          </p:cNvPr>
          <p:cNvSpPr txBox="1"/>
          <p:nvPr/>
        </p:nvSpPr>
        <p:spPr>
          <a:xfrm>
            <a:off x="8433173" y="2496304"/>
            <a:ext cx="599101" cy="276999"/>
          </a:xfrm>
          <a:prstGeom prst="rect">
            <a:avLst/>
          </a:prstGeom>
          <a:noFill/>
        </p:spPr>
        <p:txBody>
          <a:bodyPr wrap="square" rtlCol="0">
            <a:spAutoFit/>
          </a:bodyPr>
          <a:lstStyle/>
          <a:p>
            <a:r>
              <a:rPr lang="en-IN" sz="1200" b="1" dirty="0">
                <a:solidFill>
                  <a:srgbClr val="B0DC68"/>
                </a:solidFill>
              </a:rPr>
              <a:t>128.9</a:t>
            </a:r>
          </a:p>
        </p:txBody>
      </p:sp>
      <p:sp>
        <p:nvSpPr>
          <p:cNvPr id="12" name="TextBox 11">
            <a:extLst>
              <a:ext uri="{FF2B5EF4-FFF2-40B4-BE49-F238E27FC236}">
                <a16:creationId xmlns:a16="http://schemas.microsoft.com/office/drawing/2014/main" id="{88FF2915-7861-25E6-BEE8-B41A1433EEEA}"/>
              </a:ext>
            </a:extLst>
          </p:cNvPr>
          <p:cNvSpPr txBox="1"/>
          <p:nvPr/>
        </p:nvSpPr>
        <p:spPr>
          <a:xfrm>
            <a:off x="7772959" y="801281"/>
            <a:ext cx="546558" cy="276999"/>
          </a:xfrm>
          <a:prstGeom prst="rect">
            <a:avLst/>
          </a:prstGeom>
          <a:noFill/>
        </p:spPr>
        <p:txBody>
          <a:bodyPr wrap="square" rtlCol="0">
            <a:spAutoFit/>
          </a:bodyPr>
          <a:lstStyle/>
          <a:p>
            <a:r>
              <a:rPr lang="en-IN" sz="1200" b="1" dirty="0">
                <a:solidFill>
                  <a:srgbClr val="B0DC68"/>
                </a:solidFill>
              </a:rPr>
              <a:t>205.6</a:t>
            </a:r>
          </a:p>
        </p:txBody>
      </p:sp>
      <p:sp>
        <p:nvSpPr>
          <p:cNvPr id="2" name="Oval 1">
            <a:extLst>
              <a:ext uri="{FF2B5EF4-FFF2-40B4-BE49-F238E27FC236}">
                <a16:creationId xmlns:a16="http://schemas.microsoft.com/office/drawing/2014/main" id="{DEC7B612-4B27-8A06-8152-DED527FC6998}"/>
              </a:ext>
            </a:extLst>
          </p:cNvPr>
          <p:cNvSpPr/>
          <p:nvPr/>
        </p:nvSpPr>
        <p:spPr>
          <a:xfrm>
            <a:off x="7176947" y="4334854"/>
            <a:ext cx="184067" cy="184621"/>
          </a:xfrm>
          <a:prstGeom prst="ellipse">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9621468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mph" presetSubtype="0" fill="hold" grpId="0" nodeType="withEffect">
                                  <p:stCondLst>
                                    <p:cond delay="0"/>
                                  </p:stCondLst>
                                  <p:childTnLst>
                                    <p:animClr clrSpc="rgb" dir="cw">
                                      <p:cBhvr override="childStyle">
                                        <p:cTn id="6" dur="500" fill="hold"/>
                                        <p:tgtEl>
                                          <p:spTgt spid="2"/>
                                        </p:tgtEl>
                                        <p:attrNameLst>
                                          <p:attrName>style.color</p:attrName>
                                        </p:attrNameLst>
                                      </p:cBhvr>
                                      <p:to>
                                        <a:schemeClr val="accent2"/>
                                      </p:to>
                                    </p:animClr>
                                    <p:animClr clrSpc="rgb" dir="cw">
                                      <p:cBhvr>
                                        <p:cTn id="7" dur="500" fill="hold"/>
                                        <p:tgtEl>
                                          <p:spTgt spid="2"/>
                                        </p:tgtEl>
                                        <p:attrNameLst>
                                          <p:attrName>fillcolor</p:attrName>
                                        </p:attrNameLst>
                                      </p:cBhvr>
                                      <p:to>
                                        <a:schemeClr val="accent2"/>
                                      </p:to>
                                    </p:animClr>
                                    <p:set>
                                      <p:cBhvr>
                                        <p:cTn id="8" dur="500" fill="hold"/>
                                        <p:tgtEl>
                                          <p:spTgt spid="2"/>
                                        </p:tgtEl>
                                        <p:attrNameLst>
                                          <p:attrName>fill.type</p:attrName>
                                        </p:attrNameLst>
                                      </p:cBhvr>
                                      <p:to>
                                        <p:strVal val="solid"/>
                                      </p:to>
                                    </p:set>
                                    <p:set>
                                      <p:cBhvr>
                                        <p:cTn id="9" dur="500" fill="hold"/>
                                        <p:tgtEl>
                                          <p:spTgt spid="2"/>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93A464-15C5-37B1-82DF-C25DAE41D46D}"/>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2DE14CC7-0EE5-8836-1D43-092830041112}"/>
              </a:ext>
            </a:extLst>
          </p:cNvPr>
          <p:cNvSpPr>
            <a:spLocks noGrp="1"/>
          </p:cNvSpPr>
          <p:nvPr>
            <p:ph type="title"/>
          </p:nvPr>
        </p:nvSpPr>
        <p:spPr>
          <a:xfrm>
            <a:off x="0" y="11508"/>
            <a:ext cx="12192000" cy="739775"/>
          </a:xfrm>
        </p:spPr>
        <p:txBody>
          <a:bodyPr>
            <a:normAutofit/>
          </a:bodyPr>
          <a:lstStyle/>
          <a:p>
            <a:pPr algn="ctr"/>
            <a:r>
              <a:rPr lang="en-US" sz="2400" dirty="0">
                <a:latin typeface="Segoe UI Variable Text Semibold" pitchFamily="2" charset="0"/>
              </a:rPr>
              <a:t>Success of Nintendo</a:t>
            </a:r>
            <a:endParaRPr lang="en-IN" sz="2400" strike="sngStrike" dirty="0">
              <a:solidFill>
                <a:schemeClr val="bg2">
                  <a:lumMod val="90000"/>
                </a:schemeClr>
              </a:solidFill>
              <a:latin typeface="Segoe UI Variable Text Semibold" pitchFamily="2" charset="0"/>
            </a:endParaRPr>
          </a:p>
        </p:txBody>
      </p:sp>
      <p:graphicFrame>
        <p:nvGraphicFramePr>
          <p:cNvPr id="2" name="Table 1">
            <a:extLst>
              <a:ext uri="{FF2B5EF4-FFF2-40B4-BE49-F238E27FC236}">
                <a16:creationId xmlns:a16="http://schemas.microsoft.com/office/drawing/2014/main" id="{B75B7750-DCC2-AEA7-454F-890C3228F197}"/>
              </a:ext>
            </a:extLst>
          </p:cNvPr>
          <p:cNvGraphicFramePr>
            <a:graphicFrameLocks noGrp="1"/>
          </p:cNvGraphicFramePr>
          <p:nvPr>
            <p:extLst>
              <p:ext uri="{D42A27DB-BD31-4B8C-83A1-F6EECF244321}">
                <p14:modId xmlns:p14="http://schemas.microsoft.com/office/powerpoint/2010/main" val="939721577"/>
              </p:ext>
            </p:extLst>
          </p:nvPr>
        </p:nvGraphicFramePr>
        <p:xfrm>
          <a:off x="1524004" y="1082978"/>
          <a:ext cx="9117106" cy="4635091"/>
        </p:xfrm>
        <a:graphic>
          <a:graphicData uri="http://schemas.openxmlformats.org/drawingml/2006/table">
            <a:tbl>
              <a:tblPr firstRow="1">
                <a:tableStyleId>{7E9639D4-E3E2-4D34-9284-5A2195B3D0D7}</a:tableStyleId>
              </a:tblPr>
              <a:tblGrid>
                <a:gridCol w="3388658">
                  <a:extLst>
                    <a:ext uri="{9D8B030D-6E8A-4147-A177-3AD203B41FA5}">
                      <a16:colId xmlns:a16="http://schemas.microsoft.com/office/drawing/2014/main" val="397330551"/>
                    </a:ext>
                  </a:extLst>
                </a:gridCol>
                <a:gridCol w="914400">
                  <a:extLst>
                    <a:ext uri="{9D8B030D-6E8A-4147-A177-3AD203B41FA5}">
                      <a16:colId xmlns:a16="http://schemas.microsoft.com/office/drawing/2014/main" val="2627093014"/>
                    </a:ext>
                  </a:extLst>
                </a:gridCol>
                <a:gridCol w="959224">
                  <a:extLst>
                    <a:ext uri="{9D8B030D-6E8A-4147-A177-3AD203B41FA5}">
                      <a16:colId xmlns:a16="http://schemas.microsoft.com/office/drawing/2014/main" val="899645575"/>
                    </a:ext>
                  </a:extLst>
                </a:gridCol>
                <a:gridCol w="1129553">
                  <a:extLst>
                    <a:ext uri="{9D8B030D-6E8A-4147-A177-3AD203B41FA5}">
                      <a16:colId xmlns:a16="http://schemas.microsoft.com/office/drawing/2014/main" val="1617607443"/>
                    </a:ext>
                  </a:extLst>
                </a:gridCol>
                <a:gridCol w="1228165">
                  <a:extLst>
                    <a:ext uri="{9D8B030D-6E8A-4147-A177-3AD203B41FA5}">
                      <a16:colId xmlns:a16="http://schemas.microsoft.com/office/drawing/2014/main" val="3874996256"/>
                    </a:ext>
                  </a:extLst>
                </a:gridCol>
                <a:gridCol w="1497106">
                  <a:extLst>
                    <a:ext uri="{9D8B030D-6E8A-4147-A177-3AD203B41FA5}">
                      <a16:colId xmlns:a16="http://schemas.microsoft.com/office/drawing/2014/main" val="4175593619"/>
                    </a:ext>
                  </a:extLst>
                </a:gridCol>
              </a:tblGrid>
              <a:tr h="194383">
                <a:tc>
                  <a:txBody>
                    <a:bodyPr/>
                    <a:lstStyle/>
                    <a:p>
                      <a:pPr algn="ctr" fontAlgn="ctr"/>
                      <a:r>
                        <a:rPr lang="en-IN" sz="1200" b="1" dirty="0">
                          <a:effectLst/>
                          <a:latin typeface="Segoe UI Variable Small" pitchFamily="2" charset="0"/>
                        </a:rPr>
                        <a:t>Name</a:t>
                      </a:r>
                    </a:p>
                  </a:txBody>
                  <a:tcPr anchor="ctr">
                    <a:lnL w="6350" cap="flat" cmpd="sng" algn="ctr">
                      <a:noFill/>
                      <a:prstDash val="solid"/>
                      <a:miter lim="800000"/>
                    </a:lnL>
                    <a:lnR w="12700" cap="flat" cmpd="sng" algn="ctr">
                      <a:noFill/>
                      <a:prstDash val="solid"/>
                      <a:round/>
                      <a:headEnd type="none" w="med" len="med"/>
                      <a:tailEnd type="none" w="med" len="med"/>
                    </a:lnR>
                    <a:lnT w="6350" cap="flat" cmpd="sng" algn="ctr">
                      <a:noFill/>
                      <a:prstDash val="solid"/>
                      <a:miter lim="800000"/>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5F9EA0"/>
                    </a:solidFill>
                  </a:tcPr>
                </a:tc>
                <a:tc>
                  <a:txBody>
                    <a:bodyPr/>
                    <a:lstStyle/>
                    <a:p>
                      <a:pPr algn="ctr" fontAlgn="ctr"/>
                      <a:r>
                        <a:rPr lang="en-IN" sz="1200" b="1" dirty="0">
                          <a:effectLst/>
                          <a:latin typeface="Segoe UI Variable Small" pitchFamily="2" charset="0"/>
                        </a:rPr>
                        <a:t>Platform</a:t>
                      </a:r>
                    </a:p>
                  </a:txBody>
                  <a:tcPr anchor="ctr">
                    <a:lnL w="6350" cap="flat" cmpd="sng" algn="ctr">
                      <a:noFill/>
                      <a:prstDash val="solid"/>
                      <a:miter lim="800000"/>
                    </a:lnL>
                    <a:lnR w="12700" cap="flat" cmpd="sng" algn="ctr">
                      <a:noFill/>
                      <a:prstDash val="solid"/>
                      <a:round/>
                      <a:headEnd type="none" w="med" len="med"/>
                      <a:tailEnd type="none" w="med" len="med"/>
                    </a:lnR>
                    <a:lnT w="6350" cap="flat" cmpd="sng" algn="ctr">
                      <a:noFill/>
                      <a:prstDash val="solid"/>
                      <a:miter lim="800000"/>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5F9EA0"/>
                    </a:solidFill>
                  </a:tcPr>
                </a:tc>
                <a:tc>
                  <a:txBody>
                    <a:bodyPr/>
                    <a:lstStyle/>
                    <a:p>
                      <a:pPr algn="ctr" fontAlgn="ctr"/>
                      <a:r>
                        <a:rPr lang="en-IN" sz="1200" b="1" dirty="0">
                          <a:effectLst/>
                          <a:latin typeface="Segoe UI Variable Small" pitchFamily="2" charset="0"/>
                        </a:rPr>
                        <a:t>Year</a:t>
                      </a:r>
                    </a:p>
                  </a:txBody>
                  <a:tcPr anchor="ctr">
                    <a:lnL w="6350" cap="flat" cmpd="sng" algn="ctr">
                      <a:noFill/>
                      <a:prstDash val="solid"/>
                      <a:miter lim="800000"/>
                    </a:lnL>
                    <a:lnR w="12700" cap="flat" cmpd="sng" algn="ctr">
                      <a:noFill/>
                      <a:prstDash val="solid"/>
                      <a:round/>
                      <a:headEnd type="none" w="med" len="med"/>
                      <a:tailEnd type="none" w="med" len="med"/>
                    </a:lnR>
                    <a:lnT w="6350" cap="flat" cmpd="sng" algn="ctr">
                      <a:noFill/>
                      <a:prstDash val="solid"/>
                      <a:miter lim="800000"/>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5F9EA0"/>
                    </a:solidFill>
                  </a:tcPr>
                </a:tc>
                <a:tc>
                  <a:txBody>
                    <a:bodyPr/>
                    <a:lstStyle/>
                    <a:p>
                      <a:pPr algn="ctr" fontAlgn="ctr"/>
                      <a:r>
                        <a:rPr lang="en-IN" sz="1200" b="1" dirty="0">
                          <a:effectLst/>
                          <a:latin typeface="Segoe UI Variable Small" pitchFamily="2" charset="0"/>
                        </a:rPr>
                        <a:t>Genre</a:t>
                      </a:r>
                    </a:p>
                  </a:txBody>
                  <a:tcPr anchor="ctr">
                    <a:lnL w="6350" cap="flat" cmpd="sng" algn="ctr">
                      <a:noFill/>
                      <a:prstDash val="solid"/>
                      <a:miter lim="800000"/>
                    </a:lnL>
                    <a:lnR w="12700" cap="flat" cmpd="sng" algn="ctr">
                      <a:noFill/>
                      <a:prstDash val="solid"/>
                      <a:round/>
                      <a:headEnd type="none" w="med" len="med"/>
                      <a:tailEnd type="none" w="med" len="med"/>
                    </a:lnR>
                    <a:lnT w="6350" cap="flat" cmpd="sng" algn="ctr">
                      <a:noFill/>
                      <a:prstDash val="solid"/>
                      <a:miter lim="800000"/>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5F9EA0"/>
                    </a:solidFill>
                  </a:tcPr>
                </a:tc>
                <a:tc>
                  <a:txBody>
                    <a:bodyPr/>
                    <a:lstStyle/>
                    <a:p>
                      <a:pPr algn="ctr" fontAlgn="ctr"/>
                      <a:r>
                        <a:rPr lang="en-IN" sz="1200" b="1" dirty="0">
                          <a:effectLst/>
                          <a:latin typeface="Segoe UI Variable Small" pitchFamily="2" charset="0"/>
                        </a:rPr>
                        <a:t>Publisher</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miter lim="800000"/>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5F9EA0"/>
                    </a:solidFill>
                  </a:tcPr>
                </a:tc>
                <a:tc>
                  <a:txBody>
                    <a:bodyPr/>
                    <a:lstStyle/>
                    <a:p>
                      <a:pPr algn="ctr" fontAlgn="ctr"/>
                      <a:r>
                        <a:rPr lang="en-IN" sz="1200" b="1" dirty="0" err="1">
                          <a:effectLst/>
                          <a:latin typeface="Segoe UI Variable Small" pitchFamily="2" charset="0"/>
                        </a:rPr>
                        <a:t>GlobalSales</a:t>
                      </a:r>
                      <a:endParaRPr lang="en-IN" sz="1200" b="1" dirty="0">
                        <a:effectLst/>
                        <a:latin typeface="Segoe UI Variable Small" pitchFamily="2" charset="0"/>
                      </a:endParaRPr>
                    </a:p>
                  </a:txBody>
                  <a:tcPr anchor="ctr">
                    <a:lnL w="12700" cap="flat" cmpd="sng" algn="ctr">
                      <a:noFill/>
                      <a:prstDash val="solid"/>
                      <a:round/>
                      <a:headEnd type="none" w="med" len="med"/>
                      <a:tailEnd type="none" w="med" len="med"/>
                    </a:lnL>
                    <a:lnR w="6350" cap="flat" cmpd="sng" algn="ctr">
                      <a:noFill/>
                      <a:prstDash val="solid"/>
                      <a:miter lim="800000"/>
                    </a:lnR>
                    <a:lnT w="6350" cap="flat" cmpd="sng" algn="ctr">
                      <a:noFill/>
                      <a:prstDash val="solid"/>
                      <a:miter lim="800000"/>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5F9EA0"/>
                    </a:solidFill>
                  </a:tcPr>
                </a:tc>
                <a:extLst>
                  <a:ext uri="{0D108BD9-81ED-4DB2-BD59-A6C34878D82A}">
                    <a16:rowId xmlns:a16="http://schemas.microsoft.com/office/drawing/2014/main" val="3731645849"/>
                  </a:ext>
                </a:extLst>
              </a:tr>
              <a:tr h="194383">
                <a:tc>
                  <a:txBody>
                    <a:bodyPr/>
                    <a:lstStyle/>
                    <a:p>
                      <a:pPr algn="r" fontAlgn="ctr"/>
                      <a:r>
                        <a:rPr lang="en-IN" sz="1200" dirty="0" err="1">
                          <a:effectLst/>
                          <a:latin typeface="Segoe UI Variable Small" pitchFamily="2" charset="0"/>
                        </a:rPr>
                        <a:t>Pokemon</a:t>
                      </a:r>
                      <a:r>
                        <a:rPr lang="en-IN" sz="1200" dirty="0">
                          <a:effectLst/>
                          <a:latin typeface="Segoe UI Variable Small" pitchFamily="2" charset="0"/>
                        </a:rPr>
                        <a:t> </a:t>
                      </a:r>
                      <a:r>
                        <a:rPr lang="en-IN" sz="1200" dirty="0" err="1">
                          <a:effectLst/>
                          <a:latin typeface="Segoe UI Variable Small" pitchFamily="2" charset="0"/>
                        </a:rPr>
                        <a:t>FireRed</a:t>
                      </a:r>
                      <a:r>
                        <a:rPr lang="en-IN" sz="1200" dirty="0">
                          <a:effectLst/>
                          <a:latin typeface="Segoe UI Variable Small" pitchFamily="2" charset="0"/>
                        </a:rPr>
                        <a:t>/</a:t>
                      </a:r>
                      <a:r>
                        <a:rPr lang="en-IN" sz="1200" dirty="0" err="1">
                          <a:effectLst/>
                          <a:latin typeface="Segoe UI Variable Small" pitchFamily="2" charset="0"/>
                        </a:rPr>
                        <a:t>Pokemon</a:t>
                      </a:r>
                      <a:r>
                        <a:rPr lang="en-IN" sz="1200" dirty="0">
                          <a:effectLst/>
                          <a:latin typeface="Segoe UI Variable Small" pitchFamily="2" charset="0"/>
                        </a:rPr>
                        <a:t> </a:t>
                      </a:r>
                      <a:r>
                        <a:rPr lang="en-IN" sz="1200" dirty="0" err="1">
                          <a:effectLst/>
                          <a:latin typeface="Segoe UI Variable Small" pitchFamily="2" charset="0"/>
                        </a:rPr>
                        <a:t>LeafGreen</a:t>
                      </a:r>
                      <a:endParaRPr lang="en-IN" sz="1200" dirty="0">
                        <a:effectLst/>
                        <a:latin typeface="Segoe UI Variable Small" pitchFamily="2" charset="0"/>
                      </a:endParaRPr>
                    </a:p>
                  </a:txBody>
                  <a:tcPr anchor="ctr">
                    <a:lnL w="6350" cap="flat" cmpd="sng" algn="ctr">
                      <a:noFill/>
                      <a:prstDash val="solid"/>
                      <a:miter lim="800000"/>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algn="r" fontAlgn="ctr"/>
                      <a:r>
                        <a:rPr lang="en-IN" sz="1200" dirty="0">
                          <a:effectLst/>
                          <a:latin typeface="Segoe UI Variable Small" pitchFamily="2" charset="0"/>
                        </a:rPr>
                        <a:t>GBA</a:t>
                      </a:r>
                    </a:p>
                  </a:txBody>
                  <a:tcPr anchor="ctr">
                    <a:lnL w="6350" cap="flat" cmpd="sng" algn="ctr">
                      <a:noFill/>
                      <a:prstDash val="solid"/>
                      <a:miter lim="800000"/>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algn="r" fontAlgn="ctr"/>
                      <a:r>
                        <a:rPr lang="en-IN" sz="1200" dirty="0">
                          <a:effectLst/>
                          <a:latin typeface="Segoe UI Variable Small" pitchFamily="2" charset="0"/>
                        </a:rPr>
                        <a:t>2004.0</a:t>
                      </a:r>
                    </a:p>
                  </a:txBody>
                  <a:tcPr anchor="ctr">
                    <a:lnL w="6350" cap="flat" cmpd="sng" algn="ctr">
                      <a:noFill/>
                      <a:prstDash val="solid"/>
                      <a:miter lim="800000"/>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algn="r" fontAlgn="ctr"/>
                      <a:r>
                        <a:rPr lang="en-IN" sz="1200" dirty="0">
                          <a:effectLst/>
                          <a:latin typeface="Segoe UI Variable Small" pitchFamily="2" charset="0"/>
                        </a:rPr>
                        <a:t>Role-Playing</a:t>
                      </a:r>
                    </a:p>
                  </a:txBody>
                  <a:tcPr anchor="ctr">
                    <a:lnL w="6350" cap="flat" cmpd="sng" algn="ctr">
                      <a:noFill/>
                      <a:prstDash val="solid"/>
                      <a:miter lim="800000"/>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algn="r" fontAlgn="ctr"/>
                      <a:r>
                        <a:rPr lang="en-IN" sz="1200" dirty="0">
                          <a:effectLst/>
                          <a:latin typeface="Segoe UI Variable Small" pitchFamily="2" charset="0"/>
                        </a:rPr>
                        <a:t>Nintendo</a:t>
                      </a:r>
                    </a:p>
                  </a:txBody>
                  <a:tcPr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algn="r" fontAlgn="ctr"/>
                      <a:r>
                        <a:rPr lang="en-IN" sz="1200" dirty="0">
                          <a:effectLst/>
                          <a:latin typeface="Segoe UI Variable Small" pitchFamily="2" charset="0"/>
                        </a:rPr>
                        <a:t>10.49</a:t>
                      </a:r>
                    </a:p>
                  </a:txBody>
                  <a:tcPr anchor="ctr">
                    <a:lnL>
                      <a:noFill/>
                    </a:lnL>
                    <a:lnR w="6350" cap="flat" cmpd="sng" algn="ctr">
                      <a:noFill/>
                      <a:prstDash val="solid"/>
                      <a:miter lim="800000"/>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tcPr>
                </a:tc>
                <a:extLst>
                  <a:ext uri="{0D108BD9-81ED-4DB2-BD59-A6C34878D82A}">
                    <a16:rowId xmlns:a16="http://schemas.microsoft.com/office/drawing/2014/main" val="628113168"/>
                  </a:ext>
                </a:extLst>
              </a:tr>
              <a:tr h="194383">
                <a:tc>
                  <a:txBody>
                    <a:bodyPr/>
                    <a:lstStyle/>
                    <a:p>
                      <a:pPr algn="r" fontAlgn="ctr"/>
                      <a:r>
                        <a:rPr lang="en-IN" sz="1200" dirty="0">
                          <a:effectLst/>
                          <a:latin typeface="Segoe UI Variable Small" pitchFamily="2" charset="0"/>
                        </a:rPr>
                        <a:t>Super Mario 64</a:t>
                      </a:r>
                    </a:p>
                  </a:txBody>
                  <a:tcPr anchor="ctr">
                    <a:lnL w="6350" cap="flat" cmpd="sng" algn="ctr">
                      <a:noFill/>
                      <a:prstDash val="solid"/>
                      <a:miter lim="800000"/>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algn="r" fontAlgn="ctr"/>
                      <a:r>
                        <a:rPr lang="en-IN" sz="1200" dirty="0">
                          <a:effectLst/>
                          <a:latin typeface="Segoe UI Variable Small" pitchFamily="2" charset="0"/>
                        </a:rPr>
                        <a:t>DS</a:t>
                      </a:r>
                    </a:p>
                  </a:txBody>
                  <a:tcPr anchor="ctr">
                    <a:lnL w="6350" cap="flat" cmpd="sng" algn="ctr">
                      <a:noFill/>
                      <a:prstDash val="solid"/>
                      <a:miter lim="800000"/>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algn="r" fontAlgn="ctr"/>
                      <a:r>
                        <a:rPr lang="en-IN" sz="1200" dirty="0">
                          <a:effectLst/>
                          <a:latin typeface="Segoe UI Variable Small" pitchFamily="2" charset="0"/>
                        </a:rPr>
                        <a:t>2004.0</a:t>
                      </a:r>
                    </a:p>
                  </a:txBody>
                  <a:tcPr anchor="ctr">
                    <a:lnL w="6350" cap="flat" cmpd="sng" algn="ctr">
                      <a:noFill/>
                      <a:prstDash val="solid"/>
                      <a:miter lim="800000"/>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algn="r" fontAlgn="ctr"/>
                      <a:r>
                        <a:rPr lang="en-IN" sz="1200" dirty="0">
                          <a:effectLst/>
                          <a:latin typeface="Segoe UI Variable Small" pitchFamily="2" charset="0"/>
                        </a:rPr>
                        <a:t>Platform</a:t>
                      </a:r>
                    </a:p>
                  </a:txBody>
                  <a:tcPr anchor="ctr">
                    <a:lnL w="6350" cap="flat" cmpd="sng" algn="ctr">
                      <a:noFill/>
                      <a:prstDash val="solid"/>
                      <a:miter lim="800000"/>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algn="r" fontAlgn="ctr"/>
                      <a:r>
                        <a:rPr lang="en-IN" sz="1200">
                          <a:effectLst/>
                          <a:latin typeface="Segoe UI Variable Small" pitchFamily="2" charset="0"/>
                        </a:rPr>
                        <a:t>Nintendo</a:t>
                      </a:r>
                    </a:p>
                  </a:txBody>
                  <a:tcPr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algn="r" fontAlgn="ctr"/>
                      <a:r>
                        <a:rPr lang="en-IN" sz="1200">
                          <a:effectLst/>
                          <a:latin typeface="Segoe UI Variable Small" pitchFamily="2" charset="0"/>
                        </a:rPr>
                        <a:t>10.42</a:t>
                      </a:r>
                    </a:p>
                  </a:txBody>
                  <a:tcPr anchor="ctr">
                    <a:lnL>
                      <a:noFill/>
                    </a:lnL>
                    <a:lnR w="6350" cap="flat" cmpd="sng" algn="ctr">
                      <a:noFill/>
                      <a:prstDash val="solid"/>
                      <a:miter lim="800000"/>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tcPr>
                </a:tc>
                <a:extLst>
                  <a:ext uri="{0D108BD9-81ED-4DB2-BD59-A6C34878D82A}">
                    <a16:rowId xmlns:a16="http://schemas.microsoft.com/office/drawing/2014/main" val="2579237376"/>
                  </a:ext>
                </a:extLst>
              </a:tr>
              <a:tr h="194383">
                <a:tc>
                  <a:txBody>
                    <a:bodyPr/>
                    <a:lstStyle/>
                    <a:p>
                      <a:pPr algn="r" fontAlgn="ctr"/>
                      <a:r>
                        <a:rPr lang="en-IN" sz="1200" dirty="0">
                          <a:effectLst/>
                          <a:latin typeface="Segoe UI Variable Small" pitchFamily="2" charset="0"/>
                        </a:rPr>
                        <a:t>Pokémon Emerald Version</a:t>
                      </a:r>
                    </a:p>
                  </a:txBody>
                  <a:tcPr anchor="ctr">
                    <a:lnL w="6350" cap="flat" cmpd="sng" algn="ctr">
                      <a:noFill/>
                      <a:prstDash val="solid"/>
                      <a:miter lim="800000"/>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algn="r" fontAlgn="ctr"/>
                      <a:r>
                        <a:rPr lang="en-IN" sz="1200" dirty="0">
                          <a:effectLst/>
                          <a:latin typeface="Segoe UI Variable Small" pitchFamily="2" charset="0"/>
                        </a:rPr>
                        <a:t>GBA</a:t>
                      </a:r>
                    </a:p>
                  </a:txBody>
                  <a:tcPr anchor="ctr">
                    <a:lnL w="6350" cap="flat" cmpd="sng" algn="ctr">
                      <a:noFill/>
                      <a:prstDash val="solid"/>
                      <a:miter lim="800000"/>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algn="r" fontAlgn="ctr"/>
                      <a:r>
                        <a:rPr lang="en-IN" sz="1200" dirty="0">
                          <a:effectLst/>
                          <a:latin typeface="Segoe UI Variable Small" pitchFamily="2" charset="0"/>
                        </a:rPr>
                        <a:t>2004.0</a:t>
                      </a:r>
                    </a:p>
                  </a:txBody>
                  <a:tcPr anchor="ctr">
                    <a:lnL w="6350" cap="flat" cmpd="sng" algn="ctr">
                      <a:noFill/>
                      <a:prstDash val="solid"/>
                      <a:miter lim="800000"/>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algn="r" fontAlgn="ctr"/>
                      <a:r>
                        <a:rPr lang="en-IN" sz="1200" dirty="0">
                          <a:effectLst/>
                          <a:latin typeface="Segoe UI Variable Small" pitchFamily="2" charset="0"/>
                        </a:rPr>
                        <a:t>Role-Playing</a:t>
                      </a:r>
                    </a:p>
                  </a:txBody>
                  <a:tcPr anchor="ctr">
                    <a:lnL w="6350" cap="flat" cmpd="sng" algn="ctr">
                      <a:noFill/>
                      <a:prstDash val="solid"/>
                      <a:miter lim="800000"/>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algn="r" fontAlgn="ctr"/>
                      <a:r>
                        <a:rPr lang="en-IN" sz="1200">
                          <a:effectLst/>
                          <a:latin typeface="Segoe UI Variable Small" pitchFamily="2" charset="0"/>
                        </a:rPr>
                        <a:t>Nintendo</a:t>
                      </a:r>
                    </a:p>
                  </a:txBody>
                  <a:tcPr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algn="r" fontAlgn="ctr"/>
                      <a:r>
                        <a:rPr lang="en-IN" sz="1200">
                          <a:effectLst/>
                          <a:latin typeface="Segoe UI Variable Small" pitchFamily="2" charset="0"/>
                        </a:rPr>
                        <a:t>6.41</a:t>
                      </a:r>
                    </a:p>
                  </a:txBody>
                  <a:tcPr anchor="ctr">
                    <a:lnL>
                      <a:noFill/>
                    </a:lnL>
                    <a:lnR w="6350" cap="flat" cmpd="sng" algn="ctr">
                      <a:noFill/>
                      <a:prstDash val="solid"/>
                      <a:miter lim="800000"/>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tcPr>
                </a:tc>
                <a:extLst>
                  <a:ext uri="{0D108BD9-81ED-4DB2-BD59-A6C34878D82A}">
                    <a16:rowId xmlns:a16="http://schemas.microsoft.com/office/drawing/2014/main" val="1928603810"/>
                  </a:ext>
                </a:extLst>
              </a:tr>
              <a:tr h="194383">
                <a:tc>
                  <a:txBody>
                    <a:bodyPr/>
                    <a:lstStyle/>
                    <a:p>
                      <a:pPr algn="r" fontAlgn="ctr"/>
                      <a:r>
                        <a:rPr lang="en-IN" sz="1200" dirty="0" err="1">
                          <a:effectLst/>
                          <a:latin typeface="Segoe UI Variable Small" pitchFamily="2" charset="0"/>
                        </a:rPr>
                        <a:t>WarioWare</a:t>
                      </a:r>
                      <a:r>
                        <a:rPr lang="en-IN" sz="1200" dirty="0">
                          <a:effectLst/>
                          <a:latin typeface="Segoe UI Variable Small" pitchFamily="2" charset="0"/>
                        </a:rPr>
                        <a:t> Touched!</a:t>
                      </a:r>
                    </a:p>
                  </a:txBody>
                  <a:tcPr anchor="ctr">
                    <a:lnL w="6350" cap="flat" cmpd="sng" algn="ctr">
                      <a:noFill/>
                      <a:prstDash val="solid"/>
                      <a:miter lim="800000"/>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algn="r" fontAlgn="ctr"/>
                      <a:r>
                        <a:rPr lang="en-IN" sz="1200">
                          <a:effectLst/>
                          <a:latin typeface="Segoe UI Variable Small" pitchFamily="2" charset="0"/>
                        </a:rPr>
                        <a:t>DS</a:t>
                      </a:r>
                    </a:p>
                  </a:txBody>
                  <a:tcPr anchor="ctr">
                    <a:lnL w="6350" cap="flat" cmpd="sng" algn="ctr">
                      <a:noFill/>
                      <a:prstDash val="solid"/>
                      <a:miter lim="800000"/>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algn="r" fontAlgn="ctr"/>
                      <a:r>
                        <a:rPr lang="en-IN" sz="1200" dirty="0">
                          <a:effectLst/>
                          <a:latin typeface="Segoe UI Variable Small" pitchFamily="2" charset="0"/>
                        </a:rPr>
                        <a:t>2004.0</a:t>
                      </a:r>
                    </a:p>
                  </a:txBody>
                  <a:tcPr anchor="ctr">
                    <a:lnL w="6350" cap="flat" cmpd="sng" algn="ctr">
                      <a:noFill/>
                      <a:prstDash val="solid"/>
                      <a:miter lim="800000"/>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algn="r" fontAlgn="ctr"/>
                      <a:r>
                        <a:rPr lang="en-IN" sz="1200" dirty="0">
                          <a:effectLst/>
                          <a:latin typeface="Segoe UI Variable Small" pitchFamily="2" charset="0"/>
                        </a:rPr>
                        <a:t>Puzzle</a:t>
                      </a:r>
                    </a:p>
                  </a:txBody>
                  <a:tcPr anchor="ctr">
                    <a:lnL w="6350" cap="flat" cmpd="sng" algn="ctr">
                      <a:noFill/>
                      <a:prstDash val="solid"/>
                      <a:miter lim="800000"/>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algn="r" fontAlgn="ctr"/>
                      <a:r>
                        <a:rPr lang="en-IN" sz="1200" dirty="0">
                          <a:effectLst/>
                          <a:latin typeface="Segoe UI Variable Small" pitchFamily="2" charset="0"/>
                        </a:rPr>
                        <a:t>Nintendo</a:t>
                      </a:r>
                    </a:p>
                  </a:txBody>
                  <a:tcPr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algn="r" fontAlgn="ctr"/>
                      <a:r>
                        <a:rPr lang="en-IN" sz="1200">
                          <a:effectLst/>
                          <a:latin typeface="Segoe UI Variable Small" pitchFamily="2" charset="0"/>
                        </a:rPr>
                        <a:t>2.31</a:t>
                      </a:r>
                    </a:p>
                  </a:txBody>
                  <a:tcPr anchor="ctr">
                    <a:lnL>
                      <a:noFill/>
                    </a:lnL>
                    <a:lnR w="6350" cap="flat" cmpd="sng" algn="ctr">
                      <a:noFill/>
                      <a:prstDash val="solid"/>
                      <a:miter lim="800000"/>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tcPr>
                </a:tc>
                <a:extLst>
                  <a:ext uri="{0D108BD9-81ED-4DB2-BD59-A6C34878D82A}">
                    <a16:rowId xmlns:a16="http://schemas.microsoft.com/office/drawing/2014/main" val="690287459"/>
                  </a:ext>
                </a:extLst>
              </a:tr>
              <a:tr h="194383">
                <a:tc>
                  <a:txBody>
                    <a:bodyPr/>
                    <a:lstStyle/>
                    <a:p>
                      <a:pPr algn="r" fontAlgn="ctr"/>
                      <a:r>
                        <a:rPr lang="en-US" sz="1200">
                          <a:effectLst/>
                          <a:latin typeface="Segoe UI Variable Small" pitchFamily="2" charset="0"/>
                        </a:rPr>
                        <a:t>Paper Mario: The Thousand-Year Door</a:t>
                      </a:r>
                    </a:p>
                  </a:txBody>
                  <a:tcPr anchor="ctr">
                    <a:lnL w="6350" cap="flat" cmpd="sng" algn="ctr">
                      <a:noFill/>
                      <a:prstDash val="solid"/>
                      <a:miter lim="800000"/>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algn="r" fontAlgn="ctr"/>
                      <a:r>
                        <a:rPr lang="en-IN" sz="1200">
                          <a:effectLst/>
                          <a:latin typeface="Segoe UI Variable Small" pitchFamily="2" charset="0"/>
                        </a:rPr>
                        <a:t>GC</a:t>
                      </a:r>
                    </a:p>
                  </a:txBody>
                  <a:tcPr anchor="ctr">
                    <a:lnL w="6350" cap="flat" cmpd="sng" algn="ctr">
                      <a:noFill/>
                      <a:prstDash val="solid"/>
                      <a:miter lim="800000"/>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algn="r" fontAlgn="ctr"/>
                      <a:r>
                        <a:rPr lang="en-IN" sz="1200">
                          <a:effectLst/>
                          <a:latin typeface="Segoe UI Variable Small" pitchFamily="2" charset="0"/>
                        </a:rPr>
                        <a:t>2004.0</a:t>
                      </a:r>
                    </a:p>
                  </a:txBody>
                  <a:tcPr anchor="ctr">
                    <a:lnL w="6350" cap="flat" cmpd="sng" algn="ctr">
                      <a:noFill/>
                      <a:prstDash val="solid"/>
                      <a:miter lim="800000"/>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algn="r" fontAlgn="ctr"/>
                      <a:r>
                        <a:rPr lang="en-IN" sz="1200" dirty="0">
                          <a:effectLst/>
                          <a:latin typeface="Segoe UI Variable Small" pitchFamily="2" charset="0"/>
                        </a:rPr>
                        <a:t>Role-Playing</a:t>
                      </a:r>
                    </a:p>
                  </a:txBody>
                  <a:tcPr anchor="ctr">
                    <a:lnL w="6350" cap="flat" cmpd="sng" algn="ctr">
                      <a:noFill/>
                      <a:prstDash val="solid"/>
                      <a:miter lim="800000"/>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algn="r" fontAlgn="ctr"/>
                      <a:r>
                        <a:rPr lang="en-IN" sz="1200" dirty="0">
                          <a:effectLst/>
                          <a:latin typeface="Segoe UI Variable Small" pitchFamily="2" charset="0"/>
                        </a:rPr>
                        <a:t>Nintendo</a:t>
                      </a:r>
                    </a:p>
                  </a:txBody>
                  <a:tcPr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algn="r" fontAlgn="ctr"/>
                      <a:r>
                        <a:rPr lang="en-IN" sz="1200" dirty="0">
                          <a:effectLst/>
                          <a:latin typeface="Segoe UI Variable Small" pitchFamily="2" charset="0"/>
                        </a:rPr>
                        <a:t>2.25</a:t>
                      </a:r>
                    </a:p>
                  </a:txBody>
                  <a:tcPr anchor="ctr">
                    <a:lnL>
                      <a:noFill/>
                    </a:lnL>
                    <a:lnR w="6350" cap="flat" cmpd="sng" algn="ctr">
                      <a:noFill/>
                      <a:prstDash val="solid"/>
                      <a:miter lim="800000"/>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tcPr>
                </a:tc>
                <a:extLst>
                  <a:ext uri="{0D108BD9-81ED-4DB2-BD59-A6C34878D82A}">
                    <a16:rowId xmlns:a16="http://schemas.microsoft.com/office/drawing/2014/main" val="3008072996"/>
                  </a:ext>
                </a:extLst>
              </a:tr>
              <a:tr h="194383">
                <a:tc>
                  <a:txBody>
                    <a:bodyPr/>
                    <a:lstStyle/>
                    <a:p>
                      <a:pPr algn="r" fontAlgn="ctr"/>
                      <a:r>
                        <a:rPr lang="en-IN" sz="1200" dirty="0">
                          <a:effectLst/>
                          <a:latin typeface="Segoe UI Variable Small" pitchFamily="2" charset="0"/>
                        </a:rPr>
                        <a:t>Wii Sports</a:t>
                      </a:r>
                    </a:p>
                  </a:txBody>
                  <a:tcPr anchor="ctr">
                    <a:lnL w="6350" cap="flat" cmpd="sng" algn="ctr">
                      <a:noFill/>
                      <a:prstDash val="solid"/>
                      <a:miter lim="800000"/>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algn="r" fontAlgn="ctr"/>
                      <a:r>
                        <a:rPr lang="en-IN" sz="1200" dirty="0">
                          <a:effectLst/>
                          <a:latin typeface="Segoe UI Variable Small" pitchFamily="2" charset="0"/>
                        </a:rPr>
                        <a:t>Wii</a:t>
                      </a:r>
                    </a:p>
                  </a:txBody>
                  <a:tcPr anchor="ctr">
                    <a:lnL w="6350" cap="flat" cmpd="sng" algn="ctr">
                      <a:noFill/>
                      <a:prstDash val="solid"/>
                      <a:miter lim="800000"/>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algn="r" fontAlgn="ctr"/>
                      <a:r>
                        <a:rPr lang="en-IN" sz="1200" dirty="0">
                          <a:effectLst/>
                          <a:latin typeface="Segoe UI Variable Small" pitchFamily="2" charset="0"/>
                        </a:rPr>
                        <a:t>2006.0</a:t>
                      </a:r>
                    </a:p>
                  </a:txBody>
                  <a:tcPr anchor="ctr">
                    <a:lnL w="6350" cap="flat" cmpd="sng" algn="ctr">
                      <a:noFill/>
                      <a:prstDash val="solid"/>
                      <a:miter lim="800000"/>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algn="r" fontAlgn="ctr"/>
                      <a:r>
                        <a:rPr lang="en-IN" sz="1200" dirty="0">
                          <a:effectLst/>
                          <a:latin typeface="Segoe UI Variable Small" pitchFamily="2" charset="0"/>
                        </a:rPr>
                        <a:t>Sports</a:t>
                      </a:r>
                    </a:p>
                  </a:txBody>
                  <a:tcPr anchor="ctr">
                    <a:lnL w="6350" cap="flat" cmpd="sng" algn="ctr">
                      <a:noFill/>
                      <a:prstDash val="solid"/>
                      <a:miter lim="800000"/>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algn="r" fontAlgn="ctr"/>
                      <a:r>
                        <a:rPr lang="en-IN" sz="1200" dirty="0">
                          <a:effectLst/>
                          <a:latin typeface="Segoe UI Variable Small" pitchFamily="2" charset="0"/>
                        </a:rPr>
                        <a:t>Nintendo</a:t>
                      </a:r>
                    </a:p>
                  </a:txBody>
                  <a:tcPr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algn="r" fontAlgn="ctr"/>
                      <a:r>
                        <a:rPr lang="en-IN" sz="1200" dirty="0">
                          <a:effectLst/>
                          <a:latin typeface="Segoe UI Variable Small" pitchFamily="2" charset="0"/>
                        </a:rPr>
                        <a:t>82.74</a:t>
                      </a:r>
                    </a:p>
                  </a:txBody>
                  <a:tcPr anchor="ctr">
                    <a:lnL>
                      <a:noFill/>
                    </a:lnL>
                    <a:lnR w="6350" cap="flat" cmpd="sng" algn="ctr">
                      <a:noFill/>
                      <a:prstDash val="solid"/>
                      <a:miter lim="800000"/>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tcPr>
                </a:tc>
                <a:extLst>
                  <a:ext uri="{0D108BD9-81ED-4DB2-BD59-A6C34878D82A}">
                    <a16:rowId xmlns:a16="http://schemas.microsoft.com/office/drawing/2014/main" val="2835196751"/>
                  </a:ext>
                </a:extLst>
              </a:tr>
              <a:tr h="252720">
                <a:tc>
                  <a:txBody>
                    <a:bodyPr/>
                    <a:lstStyle/>
                    <a:p>
                      <a:pPr algn="r" fontAlgn="ctr"/>
                      <a:r>
                        <a:rPr lang="en-IN" sz="1200" dirty="0">
                          <a:effectLst/>
                          <a:latin typeface="Segoe UI Variable Small" pitchFamily="2" charset="0"/>
                        </a:rPr>
                        <a:t>New Super Mario Bros.</a:t>
                      </a:r>
                    </a:p>
                  </a:txBody>
                  <a:tcPr anchor="ctr">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r" fontAlgn="ctr"/>
                      <a:r>
                        <a:rPr lang="en-IN" sz="1200">
                          <a:effectLst/>
                          <a:latin typeface="Segoe UI Variable Small" pitchFamily="2" charset="0"/>
                        </a:rPr>
                        <a:t>DS</a:t>
                      </a:r>
                    </a:p>
                  </a:txBody>
                  <a:tcPr anchor="ctr">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r" fontAlgn="ctr"/>
                      <a:r>
                        <a:rPr lang="en-IN" sz="1200">
                          <a:effectLst/>
                          <a:latin typeface="Segoe UI Variable Small" pitchFamily="2" charset="0"/>
                        </a:rPr>
                        <a:t>2006.0</a:t>
                      </a:r>
                    </a:p>
                  </a:txBody>
                  <a:tcPr anchor="ctr">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r" fontAlgn="ctr"/>
                      <a:r>
                        <a:rPr lang="en-IN" sz="1200">
                          <a:effectLst/>
                          <a:latin typeface="Segoe UI Variable Small" pitchFamily="2" charset="0"/>
                        </a:rPr>
                        <a:t>Platform</a:t>
                      </a:r>
                    </a:p>
                  </a:txBody>
                  <a:tcPr anchor="ctr">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r" fontAlgn="ctr"/>
                      <a:r>
                        <a:rPr lang="en-IN" sz="1200">
                          <a:effectLst/>
                          <a:latin typeface="Segoe UI Variable Small" pitchFamily="2" charset="0"/>
                        </a:rPr>
                        <a:t>Nintendo</a:t>
                      </a:r>
                    </a:p>
                  </a:txBody>
                  <a:tcPr anchor="ctr">
                    <a:lnL>
                      <a:noFill/>
                    </a:lnL>
                    <a:lnR>
                      <a:noFill/>
                    </a:lnR>
                    <a:lnT>
                      <a:noFill/>
                    </a:lnT>
                    <a:lnB>
                      <a:noFill/>
                    </a:lnB>
                    <a:lnTlToBr w="12700" cmpd="sng">
                      <a:noFill/>
                      <a:prstDash val="solid"/>
                    </a:lnTlToBr>
                    <a:lnBlToTr w="12700" cmpd="sng">
                      <a:noFill/>
                      <a:prstDash val="solid"/>
                    </a:lnBlToTr>
                  </a:tcPr>
                </a:tc>
                <a:tc>
                  <a:txBody>
                    <a:bodyPr/>
                    <a:lstStyle/>
                    <a:p>
                      <a:pPr algn="r" fontAlgn="ctr"/>
                      <a:r>
                        <a:rPr lang="en-IN" sz="1200" dirty="0">
                          <a:effectLst/>
                          <a:latin typeface="Segoe UI Variable Small" pitchFamily="2" charset="0"/>
                        </a:rPr>
                        <a:t>30.01</a:t>
                      </a:r>
                    </a:p>
                  </a:txBody>
                  <a:tcPr anchor="ctr">
                    <a:lnL>
                      <a:noFill/>
                    </a:lnL>
                    <a:lnR w="6350" cap="flat" cmpd="sng" algn="ctr">
                      <a:noFill/>
                      <a:prstDash val="solid"/>
                      <a:miter lim="800000"/>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476763144"/>
                  </a:ext>
                </a:extLst>
              </a:tr>
              <a:tr h="194383">
                <a:tc>
                  <a:txBody>
                    <a:bodyPr/>
                    <a:lstStyle/>
                    <a:p>
                      <a:pPr algn="r" fontAlgn="ctr"/>
                      <a:r>
                        <a:rPr lang="en-IN" sz="1200">
                          <a:effectLst/>
                          <a:latin typeface="Segoe UI Variable Small" pitchFamily="2" charset="0"/>
                        </a:rPr>
                        <a:t>Wii Play</a:t>
                      </a:r>
                    </a:p>
                  </a:txBody>
                  <a:tcPr anchor="ctr">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r" fontAlgn="ctr"/>
                      <a:r>
                        <a:rPr lang="en-IN" sz="1200">
                          <a:effectLst/>
                          <a:latin typeface="Segoe UI Variable Small" pitchFamily="2" charset="0"/>
                        </a:rPr>
                        <a:t>Wii</a:t>
                      </a:r>
                    </a:p>
                  </a:txBody>
                  <a:tcPr anchor="ctr">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r" fontAlgn="ctr"/>
                      <a:r>
                        <a:rPr lang="en-IN" sz="1200">
                          <a:effectLst/>
                          <a:latin typeface="Segoe UI Variable Small" pitchFamily="2" charset="0"/>
                        </a:rPr>
                        <a:t>2006.0</a:t>
                      </a:r>
                    </a:p>
                  </a:txBody>
                  <a:tcPr anchor="ctr">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r" fontAlgn="ctr"/>
                      <a:r>
                        <a:rPr lang="en-IN" sz="1200">
                          <a:effectLst/>
                          <a:latin typeface="Segoe UI Variable Small" pitchFamily="2" charset="0"/>
                        </a:rPr>
                        <a:t>Misc</a:t>
                      </a:r>
                    </a:p>
                  </a:txBody>
                  <a:tcPr anchor="ctr">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r" fontAlgn="ctr"/>
                      <a:r>
                        <a:rPr lang="en-IN" sz="1200">
                          <a:effectLst/>
                          <a:latin typeface="Segoe UI Variable Small" pitchFamily="2" charset="0"/>
                        </a:rPr>
                        <a:t>Nintendo</a:t>
                      </a:r>
                    </a:p>
                  </a:txBody>
                  <a:tcPr anchor="ctr">
                    <a:lnL>
                      <a:noFill/>
                    </a:lnL>
                    <a:lnR>
                      <a:noFill/>
                    </a:lnR>
                    <a:lnT>
                      <a:noFill/>
                    </a:lnT>
                    <a:lnB>
                      <a:noFill/>
                    </a:lnB>
                    <a:lnTlToBr w="12700" cmpd="sng">
                      <a:noFill/>
                      <a:prstDash val="solid"/>
                    </a:lnTlToBr>
                    <a:lnBlToTr w="12700" cmpd="sng">
                      <a:noFill/>
                      <a:prstDash val="solid"/>
                    </a:lnBlToTr>
                  </a:tcPr>
                </a:tc>
                <a:tc>
                  <a:txBody>
                    <a:bodyPr/>
                    <a:lstStyle/>
                    <a:p>
                      <a:pPr algn="r" fontAlgn="ctr"/>
                      <a:r>
                        <a:rPr lang="en-IN" sz="1200">
                          <a:effectLst/>
                          <a:latin typeface="Segoe UI Variable Small" pitchFamily="2" charset="0"/>
                        </a:rPr>
                        <a:t>29.02</a:t>
                      </a:r>
                    </a:p>
                  </a:txBody>
                  <a:tcPr anchor="ctr">
                    <a:lnL>
                      <a:noFill/>
                    </a:lnL>
                    <a:lnR w="6350" cap="flat" cmpd="sng" algn="ctr">
                      <a:noFill/>
                      <a:prstDash val="solid"/>
                      <a:miter lim="800000"/>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2023089463"/>
                  </a:ext>
                </a:extLst>
              </a:tr>
              <a:tr h="194383">
                <a:tc>
                  <a:txBody>
                    <a:bodyPr/>
                    <a:lstStyle/>
                    <a:p>
                      <a:pPr algn="r" fontAlgn="ctr"/>
                      <a:r>
                        <a:rPr lang="en-IN" sz="1200">
                          <a:effectLst/>
                          <a:latin typeface="Segoe UI Variable Small" pitchFamily="2" charset="0"/>
                        </a:rPr>
                        <a:t>Pokemon Diamond/Pokemon Pearl</a:t>
                      </a:r>
                    </a:p>
                  </a:txBody>
                  <a:tcPr anchor="ctr">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r" fontAlgn="ctr"/>
                      <a:r>
                        <a:rPr lang="en-IN" sz="1200">
                          <a:effectLst/>
                          <a:latin typeface="Segoe UI Variable Small" pitchFamily="2" charset="0"/>
                        </a:rPr>
                        <a:t>DS</a:t>
                      </a:r>
                    </a:p>
                  </a:txBody>
                  <a:tcPr anchor="ctr">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r" fontAlgn="ctr"/>
                      <a:r>
                        <a:rPr lang="en-IN" sz="1200">
                          <a:effectLst/>
                          <a:latin typeface="Segoe UI Variable Small" pitchFamily="2" charset="0"/>
                        </a:rPr>
                        <a:t>2006.0</a:t>
                      </a:r>
                    </a:p>
                  </a:txBody>
                  <a:tcPr anchor="ctr">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r" fontAlgn="ctr"/>
                      <a:r>
                        <a:rPr lang="en-IN" sz="1200">
                          <a:effectLst/>
                          <a:latin typeface="Segoe UI Variable Small" pitchFamily="2" charset="0"/>
                        </a:rPr>
                        <a:t>Role-Playing</a:t>
                      </a:r>
                    </a:p>
                  </a:txBody>
                  <a:tcPr anchor="ctr">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r" fontAlgn="ctr"/>
                      <a:r>
                        <a:rPr lang="en-IN" sz="1200" dirty="0">
                          <a:effectLst/>
                          <a:latin typeface="Segoe UI Variable Small" pitchFamily="2" charset="0"/>
                        </a:rPr>
                        <a:t>Nintendo</a:t>
                      </a:r>
                    </a:p>
                  </a:txBody>
                  <a:tcPr anchor="ctr">
                    <a:lnL>
                      <a:noFill/>
                    </a:lnL>
                    <a:lnR>
                      <a:noFill/>
                    </a:lnR>
                    <a:lnT>
                      <a:noFill/>
                    </a:lnT>
                    <a:lnB>
                      <a:noFill/>
                    </a:lnB>
                    <a:lnTlToBr w="12700" cmpd="sng">
                      <a:noFill/>
                      <a:prstDash val="solid"/>
                    </a:lnTlToBr>
                    <a:lnBlToTr w="12700" cmpd="sng">
                      <a:noFill/>
                      <a:prstDash val="solid"/>
                    </a:lnBlToTr>
                  </a:tcPr>
                </a:tc>
                <a:tc>
                  <a:txBody>
                    <a:bodyPr/>
                    <a:lstStyle/>
                    <a:p>
                      <a:pPr algn="r" fontAlgn="ctr"/>
                      <a:r>
                        <a:rPr lang="en-IN" sz="1200">
                          <a:effectLst/>
                          <a:latin typeface="Segoe UI Variable Small" pitchFamily="2" charset="0"/>
                        </a:rPr>
                        <a:t>18.36</a:t>
                      </a:r>
                    </a:p>
                  </a:txBody>
                  <a:tcPr anchor="ctr">
                    <a:lnL>
                      <a:noFill/>
                    </a:lnL>
                    <a:lnR w="6350" cap="flat" cmpd="sng" algn="ctr">
                      <a:noFill/>
                      <a:prstDash val="solid"/>
                      <a:miter lim="800000"/>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2248603997"/>
                  </a:ext>
                </a:extLst>
              </a:tr>
              <a:tr h="384068">
                <a:tc>
                  <a:txBody>
                    <a:bodyPr/>
                    <a:lstStyle/>
                    <a:p>
                      <a:pPr algn="r" fontAlgn="ctr"/>
                      <a:r>
                        <a:rPr lang="en-US" sz="1200" dirty="0">
                          <a:effectLst/>
                          <a:latin typeface="Segoe UI Variable Small" pitchFamily="2" charset="0"/>
                        </a:rPr>
                        <a:t>The Legend of Zelda: Twilight Princess</a:t>
                      </a:r>
                    </a:p>
                  </a:txBody>
                  <a:tcPr anchor="ctr">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r" fontAlgn="ctr"/>
                      <a:r>
                        <a:rPr lang="en-IN" sz="1200" dirty="0">
                          <a:effectLst/>
                          <a:latin typeface="Segoe UI Variable Small" pitchFamily="2" charset="0"/>
                        </a:rPr>
                        <a:t>Wii</a:t>
                      </a:r>
                    </a:p>
                  </a:txBody>
                  <a:tcPr anchor="ctr">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r" fontAlgn="ctr"/>
                      <a:r>
                        <a:rPr lang="en-IN" sz="1200" dirty="0">
                          <a:effectLst/>
                          <a:latin typeface="Segoe UI Variable Small" pitchFamily="2" charset="0"/>
                        </a:rPr>
                        <a:t>2006.0</a:t>
                      </a:r>
                    </a:p>
                  </a:txBody>
                  <a:tcPr anchor="ctr">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r" fontAlgn="ctr"/>
                      <a:r>
                        <a:rPr lang="en-IN" sz="1200">
                          <a:effectLst/>
                          <a:latin typeface="Segoe UI Variable Small" pitchFamily="2" charset="0"/>
                        </a:rPr>
                        <a:t>Action</a:t>
                      </a:r>
                    </a:p>
                  </a:txBody>
                  <a:tcPr anchor="ctr">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r" fontAlgn="ctr"/>
                      <a:r>
                        <a:rPr lang="en-IN" sz="1200">
                          <a:effectLst/>
                          <a:latin typeface="Segoe UI Variable Small" pitchFamily="2" charset="0"/>
                        </a:rPr>
                        <a:t>Nintendo</a:t>
                      </a:r>
                    </a:p>
                  </a:txBody>
                  <a:tcPr anchor="ctr">
                    <a:lnL>
                      <a:noFill/>
                    </a:lnL>
                    <a:lnR>
                      <a:noFill/>
                    </a:lnR>
                    <a:lnT>
                      <a:noFill/>
                    </a:lnT>
                    <a:lnB>
                      <a:noFill/>
                    </a:lnB>
                    <a:lnTlToBr w="12700" cmpd="sng">
                      <a:noFill/>
                      <a:prstDash val="solid"/>
                    </a:lnTlToBr>
                    <a:lnBlToTr w="12700" cmpd="sng">
                      <a:noFill/>
                      <a:prstDash val="solid"/>
                    </a:lnBlToTr>
                  </a:tcPr>
                </a:tc>
                <a:tc>
                  <a:txBody>
                    <a:bodyPr/>
                    <a:lstStyle/>
                    <a:p>
                      <a:pPr algn="r" fontAlgn="ctr"/>
                      <a:r>
                        <a:rPr lang="en-IN" sz="1200" dirty="0">
                          <a:effectLst/>
                          <a:latin typeface="Segoe UI Variable Small" pitchFamily="2" charset="0"/>
                        </a:rPr>
                        <a:t>7.31</a:t>
                      </a:r>
                    </a:p>
                  </a:txBody>
                  <a:tcPr anchor="ctr">
                    <a:lnL>
                      <a:noFill/>
                    </a:lnL>
                    <a:lnR w="6350" cap="flat" cmpd="sng" algn="ctr">
                      <a:noFill/>
                      <a:prstDash val="solid"/>
                      <a:miter lim="800000"/>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3249788253"/>
                  </a:ext>
                </a:extLst>
              </a:tr>
              <a:tr h="245214">
                <a:tc>
                  <a:txBody>
                    <a:bodyPr/>
                    <a:lstStyle/>
                    <a:p>
                      <a:pPr algn="r" fontAlgn="ctr"/>
                      <a:r>
                        <a:rPr lang="en-IN" sz="1200" dirty="0">
                          <a:effectLst/>
                          <a:latin typeface="Segoe UI Variable Small" pitchFamily="2" charset="0"/>
                        </a:rPr>
                        <a:t>Wii Sports Resort</a:t>
                      </a:r>
                    </a:p>
                  </a:txBody>
                  <a:tcPr anchor="ctr">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r" fontAlgn="ctr"/>
                      <a:r>
                        <a:rPr lang="en-IN" sz="1200" dirty="0">
                          <a:effectLst/>
                          <a:latin typeface="Segoe UI Variable Small" pitchFamily="2" charset="0"/>
                        </a:rPr>
                        <a:t>Wii</a:t>
                      </a:r>
                    </a:p>
                  </a:txBody>
                  <a:tcPr anchor="ctr">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r" fontAlgn="ctr"/>
                      <a:r>
                        <a:rPr lang="en-IN" sz="1200">
                          <a:effectLst/>
                          <a:latin typeface="Segoe UI Variable Small" pitchFamily="2" charset="0"/>
                        </a:rPr>
                        <a:t>2009.0</a:t>
                      </a:r>
                    </a:p>
                  </a:txBody>
                  <a:tcPr anchor="ctr">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r" fontAlgn="ctr"/>
                      <a:r>
                        <a:rPr lang="en-IN" sz="1200">
                          <a:effectLst/>
                          <a:latin typeface="Segoe UI Variable Small" pitchFamily="2" charset="0"/>
                        </a:rPr>
                        <a:t>Sports</a:t>
                      </a:r>
                    </a:p>
                  </a:txBody>
                  <a:tcPr anchor="ctr">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r" fontAlgn="ctr"/>
                      <a:r>
                        <a:rPr lang="en-IN" sz="1200" dirty="0">
                          <a:effectLst/>
                          <a:latin typeface="Segoe UI Variable Small" pitchFamily="2" charset="0"/>
                        </a:rPr>
                        <a:t>Nintendo</a:t>
                      </a:r>
                    </a:p>
                  </a:txBody>
                  <a:tcPr anchor="ctr">
                    <a:lnL>
                      <a:noFill/>
                    </a:lnL>
                    <a:lnR>
                      <a:noFill/>
                    </a:lnR>
                    <a:lnT>
                      <a:noFill/>
                    </a:lnT>
                    <a:lnB>
                      <a:noFill/>
                    </a:lnB>
                    <a:lnTlToBr w="12700" cmpd="sng">
                      <a:noFill/>
                      <a:prstDash val="solid"/>
                    </a:lnTlToBr>
                    <a:lnBlToTr w="12700" cmpd="sng">
                      <a:noFill/>
                      <a:prstDash val="solid"/>
                    </a:lnBlToTr>
                  </a:tcPr>
                </a:tc>
                <a:tc>
                  <a:txBody>
                    <a:bodyPr/>
                    <a:lstStyle/>
                    <a:p>
                      <a:pPr algn="r" fontAlgn="ctr"/>
                      <a:r>
                        <a:rPr lang="en-IN" sz="1200" dirty="0">
                          <a:effectLst/>
                          <a:latin typeface="Segoe UI Variable Small" pitchFamily="2" charset="0"/>
                        </a:rPr>
                        <a:t>33.00</a:t>
                      </a:r>
                    </a:p>
                  </a:txBody>
                  <a:tcPr anchor="ctr">
                    <a:lnL>
                      <a:noFill/>
                    </a:lnL>
                    <a:lnR w="6350" cap="flat" cmpd="sng" algn="ctr">
                      <a:noFill/>
                      <a:prstDash val="solid"/>
                      <a:miter lim="800000"/>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2067266315"/>
                  </a:ext>
                </a:extLst>
              </a:tr>
              <a:tr h="275694">
                <a:tc>
                  <a:txBody>
                    <a:bodyPr/>
                    <a:lstStyle/>
                    <a:p>
                      <a:pPr algn="r" fontAlgn="ctr"/>
                      <a:r>
                        <a:rPr lang="en-US" sz="1200" dirty="0">
                          <a:effectLst/>
                          <a:latin typeface="Segoe UI Variable Small" pitchFamily="2" charset="0"/>
                        </a:rPr>
                        <a:t>New Super Mario Bros. Wii</a:t>
                      </a:r>
                    </a:p>
                  </a:txBody>
                  <a:tcPr anchor="ctr">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r" fontAlgn="ctr"/>
                      <a:r>
                        <a:rPr lang="en-IN" sz="1200" dirty="0">
                          <a:effectLst/>
                          <a:latin typeface="Segoe UI Variable Small" pitchFamily="2" charset="0"/>
                        </a:rPr>
                        <a:t>Wii</a:t>
                      </a:r>
                    </a:p>
                  </a:txBody>
                  <a:tcPr anchor="ctr">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r" fontAlgn="ctr"/>
                      <a:r>
                        <a:rPr lang="en-IN" sz="1200" dirty="0">
                          <a:effectLst/>
                          <a:latin typeface="Segoe UI Variable Small" pitchFamily="2" charset="0"/>
                        </a:rPr>
                        <a:t>2009.0</a:t>
                      </a:r>
                    </a:p>
                  </a:txBody>
                  <a:tcPr anchor="ctr">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r" fontAlgn="ctr"/>
                      <a:r>
                        <a:rPr lang="en-IN" sz="1200" dirty="0">
                          <a:effectLst/>
                          <a:latin typeface="Segoe UI Variable Small" pitchFamily="2" charset="0"/>
                        </a:rPr>
                        <a:t>Platform</a:t>
                      </a:r>
                    </a:p>
                  </a:txBody>
                  <a:tcPr anchor="ctr">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r" fontAlgn="ctr"/>
                      <a:r>
                        <a:rPr lang="en-IN" sz="1200">
                          <a:effectLst/>
                          <a:latin typeface="Segoe UI Variable Small" pitchFamily="2" charset="0"/>
                        </a:rPr>
                        <a:t>Nintendo</a:t>
                      </a:r>
                    </a:p>
                  </a:txBody>
                  <a:tcPr anchor="ctr">
                    <a:lnL>
                      <a:noFill/>
                    </a:lnL>
                    <a:lnR>
                      <a:noFill/>
                    </a:lnR>
                    <a:lnT>
                      <a:noFill/>
                    </a:lnT>
                    <a:lnB>
                      <a:noFill/>
                    </a:lnB>
                    <a:lnTlToBr w="12700" cmpd="sng">
                      <a:noFill/>
                      <a:prstDash val="solid"/>
                    </a:lnTlToBr>
                    <a:lnBlToTr w="12700" cmpd="sng">
                      <a:noFill/>
                      <a:prstDash val="solid"/>
                    </a:lnBlToTr>
                  </a:tcPr>
                </a:tc>
                <a:tc>
                  <a:txBody>
                    <a:bodyPr/>
                    <a:lstStyle/>
                    <a:p>
                      <a:pPr algn="r" fontAlgn="ctr"/>
                      <a:r>
                        <a:rPr lang="en-IN" sz="1200">
                          <a:effectLst/>
                          <a:latin typeface="Segoe UI Variable Small" pitchFamily="2" charset="0"/>
                        </a:rPr>
                        <a:t>28.62</a:t>
                      </a:r>
                    </a:p>
                  </a:txBody>
                  <a:tcPr anchor="ctr">
                    <a:lnL>
                      <a:noFill/>
                    </a:lnL>
                    <a:lnR w="6350" cap="flat" cmpd="sng" algn="ctr">
                      <a:noFill/>
                      <a:prstDash val="solid"/>
                      <a:miter lim="800000"/>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2577129451"/>
                  </a:ext>
                </a:extLst>
              </a:tr>
              <a:tr h="268941">
                <a:tc>
                  <a:txBody>
                    <a:bodyPr/>
                    <a:lstStyle/>
                    <a:p>
                      <a:pPr algn="r" fontAlgn="ctr"/>
                      <a:r>
                        <a:rPr lang="en-IN" sz="1200" dirty="0">
                          <a:effectLst/>
                          <a:latin typeface="Segoe UI Variable Small" pitchFamily="2" charset="0"/>
                        </a:rPr>
                        <a:t>Wii Fit Plus</a:t>
                      </a:r>
                    </a:p>
                  </a:txBody>
                  <a:tcPr anchor="ctr">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r" fontAlgn="ctr"/>
                      <a:r>
                        <a:rPr lang="en-IN" sz="1200">
                          <a:effectLst/>
                          <a:latin typeface="Segoe UI Variable Small" pitchFamily="2" charset="0"/>
                        </a:rPr>
                        <a:t>Wii</a:t>
                      </a:r>
                    </a:p>
                  </a:txBody>
                  <a:tcPr anchor="ctr">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r" fontAlgn="ctr"/>
                      <a:r>
                        <a:rPr lang="en-IN" sz="1200" dirty="0">
                          <a:effectLst/>
                          <a:latin typeface="Segoe UI Variable Small" pitchFamily="2" charset="0"/>
                        </a:rPr>
                        <a:t>2009.0</a:t>
                      </a:r>
                    </a:p>
                  </a:txBody>
                  <a:tcPr anchor="ctr">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r" fontAlgn="ctr"/>
                      <a:r>
                        <a:rPr lang="en-IN" sz="1200" dirty="0">
                          <a:effectLst/>
                          <a:latin typeface="Segoe UI Variable Small" pitchFamily="2" charset="0"/>
                        </a:rPr>
                        <a:t>Sports</a:t>
                      </a:r>
                    </a:p>
                  </a:txBody>
                  <a:tcPr anchor="ctr">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r" fontAlgn="ctr"/>
                      <a:r>
                        <a:rPr lang="en-IN" sz="1200" dirty="0">
                          <a:effectLst/>
                          <a:latin typeface="Segoe UI Variable Small" pitchFamily="2" charset="0"/>
                        </a:rPr>
                        <a:t>Nintendo</a:t>
                      </a:r>
                    </a:p>
                  </a:txBody>
                  <a:tcPr anchor="ctr">
                    <a:lnL>
                      <a:noFill/>
                    </a:lnL>
                    <a:lnR>
                      <a:noFill/>
                    </a:lnR>
                    <a:lnT>
                      <a:noFill/>
                    </a:lnT>
                    <a:lnB>
                      <a:noFill/>
                    </a:lnB>
                    <a:lnTlToBr w="12700" cmpd="sng">
                      <a:noFill/>
                      <a:prstDash val="solid"/>
                    </a:lnTlToBr>
                    <a:lnBlToTr w="12700" cmpd="sng">
                      <a:noFill/>
                      <a:prstDash val="solid"/>
                    </a:lnBlToTr>
                  </a:tcPr>
                </a:tc>
                <a:tc>
                  <a:txBody>
                    <a:bodyPr/>
                    <a:lstStyle/>
                    <a:p>
                      <a:pPr algn="r" fontAlgn="ctr"/>
                      <a:r>
                        <a:rPr lang="en-IN" sz="1200" dirty="0">
                          <a:effectLst/>
                          <a:latin typeface="Segoe UI Variable Small" pitchFamily="2" charset="0"/>
                        </a:rPr>
                        <a:t>22.00</a:t>
                      </a:r>
                    </a:p>
                  </a:txBody>
                  <a:tcPr anchor="ctr">
                    <a:lnL>
                      <a:noFill/>
                    </a:lnL>
                    <a:lnR w="6350" cap="flat" cmpd="sng" algn="ctr">
                      <a:noFill/>
                      <a:prstDash val="solid"/>
                      <a:miter lim="800000"/>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2763668836"/>
                  </a:ext>
                </a:extLst>
              </a:tr>
              <a:tr h="299421">
                <a:tc>
                  <a:txBody>
                    <a:bodyPr/>
                    <a:lstStyle/>
                    <a:p>
                      <a:pPr algn="r" fontAlgn="ctr"/>
                      <a:r>
                        <a:rPr lang="en-IN" sz="1200">
                          <a:effectLst/>
                          <a:latin typeface="Segoe UI Variable Small" pitchFamily="2" charset="0"/>
                        </a:rPr>
                        <a:t>Pokemon HeartGold/Pokemon SoulSilver</a:t>
                      </a:r>
                    </a:p>
                  </a:txBody>
                  <a:tcPr anchor="ctr">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r" fontAlgn="ctr"/>
                      <a:r>
                        <a:rPr lang="en-IN" sz="1200">
                          <a:effectLst/>
                          <a:latin typeface="Segoe UI Variable Small" pitchFamily="2" charset="0"/>
                        </a:rPr>
                        <a:t>DS</a:t>
                      </a:r>
                    </a:p>
                  </a:txBody>
                  <a:tcPr anchor="ctr">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r" fontAlgn="ctr"/>
                      <a:r>
                        <a:rPr lang="en-IN" sz="1200">
                          <a:effectLst/>
                          <a:latin typeface="Segoe UI Variable Small" pitchFamily="2" charset="0"/>
                        </a:rPr>
                        <a:t>2009.0</a:t>
                      </a:r>
                    </a:p>
                  </a:txBody>
                  <a:tcPr anchor="ctr">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r" fontAlgn="ctr"/>
                      <a:r>
                        <a:rPr lang="en-IN" sz="1200" dirty="0">
                          <a:effectLst/>
                          <a:latin typeface="Segoe UI Variable Small" pitchFamily="2" charset="0"/>
                        </a:rPr>
                        <a:t>Action</a:t>
                      </a:r>
                    </a:p>
                  </a:txBody>
                  <a:tcPr anchor="ctr">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r" fontAlgn="ctr"/>
                      <a:r>
                        <a:rPr lang="en-IN" sz="1200" dirty="0">
                          <a:effectLst/>
                          <a:latin typeface="Segoe UI Variable Small" pitchFamily="2" charset="0"/>
                        </a:rPr>
                        <a:t>Nintendo</a:t>
                      </a:r>
                    </a:p>
                  </a:txBody>
                  <a:tcPr anchor="ctr">
                    <a:lnL>
                      <a:noFill/>
                    </a:lnL>
                    <a:lnR>
                      <a:noFill/>
                    </a:lnR>
                    <a:lnT>
                      <a:noFill/>
                    </a:lnT>
                    <a:lnB>
                      <a:noFill/>
                    </a:lnB>
                    <a:lnTlToBr w="12700" cmpd="sng">
                      <a:noFill/>
                      <a:prstDash val="solid"/>
                    </a:lnTlToBr>
                    <a:lnBlToTr w="12700" cmpd="sng">
                      <a:noFill/>
                      <a:prstDash val="solid"/>
                    </a:lnBlToTr>
                  </a:tcPr>
                </a:tc>
                <a:tc>
                  <a:txBody>
                    <a:bodyPr/>
                    <a:lstStyle/>
                    <a:p>
                      <a:pPr algn="r" fontAlgn="ctr"/>
                      <a:r>
                        <a:rPr lang="en-IN" sz="1200" dirty="0">
                          <a:effectLst/>
                          <a:latin typeface="Segoe UI Variable Small" pitchFamily="2" charset="0"/>
                        </a:rPr>
                        <a:t>11.90</a:t>
                      </a:r>
                    </a:p>
                  </a:txBody>
                  <a:tcPr anchor="ctr">
                    <a:lnL>
                      <a:noFill/>
                    </a:lnL>
                    <a:lnR w="6350" cap="flat" cmpd="sng" algn="ctr">
                      <a:noFill/>
                      <a:prstDash val="solid"/>
                      <a:miter lim="800000"/>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442463786"/>
                  </a:ext>
                </a:extLst>
              </a:tr>
              <a:tr h="384068">
                <a:tc>
                  <a:txBody>
                    <a:bodyPr/>
                    <a:lstStyle/>
                    <a:p>
                      <a:pPr algn="r" fontAlgn="ctr"/>
                      <a:r>
                        <a:rPr lang="en-US" sz="1200">
                          <a:effectLst/>
                          <a:latin typeface="Segoe UI Variable Small" pitchFamily="2" charset="0"/>
                        </a:rPr>
                        <a:t>Dragon Quest IX: Sentinels of the Starry Skies</a:t>
                      </a:r>
                    </a:p>
                  </a:txBody>
                  <a:tcPr anchor="ctr">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r" fontAlgn="ctr"/>
                      <a:r>
                        <a:rPr lang="en-IN" sz="1200" dirty="0">
                          <a:effectLst/>
                          <a:latin typeface="Segoe UI Variable Small" pitchFamily="2" charset="0"/>
                        </a:rPr>
                        <a:t>DS</a:t>
                      </a:r>
                    </a:p>
                  </a:txBody>
                  <a:tcPr anchor="ctr">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r" fontAlgn="ctr"/>
                      <a:r>
                        <a:rPr lang="en-IN" sz="1200">
                          <a:effectLst/>
                          <a:latin typeface="Segoe UI Variable Small" pitchFamily="2" charset="0"/>
                        </a:rPr>
                        <a:t>2009.0</a:t>
                      </a:r>
                    </a:p>
                  </a:txBody>
                  <a:tcPr anchor="ctr">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r" fontAlgn="ctr"/>
                      <a:r>
                        <a:rPr lang="en-IN" sz="1200">
                          <a:effectLst/>
                          <a:latin typeface="Segoe UI Variable Small" pitchFamily="2" charset="0"/>
                        </a:rPr>
                        <a:t>Role-Playing</a:t>
                      </a:r>
                    </a:p>
                  </a:txBody>
                  <a:tcPr anchor="ctr">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r" fontAlgn="ctr"/>
                      <a:r>
                        <a:rPr lang="en-IN" sz="1200" dirty="0">
                          <a:effectLst/>
                          <a:latin typeface="Segoe UI Variable Small" pitchFamily="2" charset="0"/>
                        </a:rPr>
                        <a:t>Nintendo</a:t>
                      </a:r>
                    </a:p>
                  </a:txBody>
                  <a:tcPr anchor="ctr">
                    <a:lnL>
                      <a:noFill/>
                    </a:lnL>
                    <a:lnR>
                      <a:noFill/>
                    </a:lnR>
                    <a:lnT>
                      <a:noFill/>
                    </a:lnT>
                    <a:lnB>
                      <a:noFill/>
                    </a:lnB>
                    <a:lnTlToBr w="12700" cmpd="sng">
                      <a:noFill/>
                      <a:prstDash val="solid"/>
                    </a:lnTlToBr>
                    <a:lnBlToTr w="12700" cmpd="sng">
                      <a:noFill/>
                      <a:prstDash val="solid"/>
                    </a:lnBlToTr>
                  </a:tcPr>
                </a:tc>
                <a:tc>
                  <a:txBody>
                    <a:bodyPr/>
                    <a:lstStyle/>
                    <a:p>
                      <a:pPr algn="r" fontAlgn="ctr"/>
                      <a:r>
                        <a:rPr lang="en-IN" sz="1200" dirty="0">
                          <a:effectLst/>
                          <a:latin typeface="Segoe UI Variable Small" pitchFamily="2" charset="0"/>
                        </a:rPr>
                        <a:t>5.84</a:t>
                      </a:r>
                    </a:p>
                  </a:txBody>
                  <a:tcPr anchor="ctr">
                    <a:lnL>
                      <a:noFill/>
                    </a:lnL>
                    <a:lnR w="6350" cap="flat" cmpd="sng" algn="ctr">
                      <a:noFill/>
                      <a:prstDash val="solid"/>
                      <a:miter lim="800000"/>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800528888"/>
                  </a:ext>
                </a:extLst>
              </a:tr>
            </a:tbl>
          </a:graphicData>
        </a:graphic>
      </p:graphicFrame>
      <p:sp>
        <p:nvSpPr>
          <p:cNvPr id="3" name="Rectangle 2">
            <a:extLst>
              <a:ext uri="{FF2B5EF4-FFF2-40B4-BE49-F238E27FC236}">
                <a16:creationId xmlns:a16="http://schemas.microsoft.com/office/drawing/2014/main" id="{A601A80B-054A-9A3D-0EFC-5664465CF7DE}"/>
              </a:ext>
            </a:extLst>
          </p:cNvPr>
          <p:cNvSpPr/>
          <p:nvPr/>
        </p:nvSpPr>
        <p:spPr>
          <a:xfrm>
            <a:off x="9637060" y="1358014"/>
            <a:ext cx="1004048" cy="1395153"/>
          </a:xfrm>
          <a:prstGeom prst="rect">
            <a:avLst/>
          </a:prstGeom>
          <a:solidFill>
            <a:srgbClr val="FF0000">
              <a:alpha val="50000"/>
            </a:srgb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Variable Small" pitchFamily="2" charset="0"/>
            </a:endParaRPr>
          </a:p>
        </p:txBody>
      </p:sp>
      <p:sp>
        <p:nvSpPr>
          <p:cNvPr id="4" name="Rectangle 3">
            <a:extLst>
              <a:ext uri="{FF2B5EF4-FFF2-40B4-BE49-F238E27FC236}">
                <a16:creationId xmlns:a16="http://schemas.microsoft.com/office/drawing/2014/main" id="{C9F683B7-A049-7B60-BA28-C9F85B8B67CE}"/>
              </a:ext>
            </a:extLst>
          </p:cNvPr>
          <p:cNvSpPr/>
          <p:nvPr/>
        </p:nvSpPr>
        <p:spPr>
          <a:xfrm>
            <a:off x="9637060" y="2753167"/>
            <a:ext cx="1004048" cy="1362363"/>
          </a:xfrm>
          <a:prstGeom prst="rect">
            <a:avLst/>
          </a:prstGeom>
          <a:solidFill>
            <a:srgbClr val="00B050">
              <a:alpha val="50000"/>
            </a:srgb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Variable Small" pitchFamily="2" charset="0"/>
            </a:endParaRPr>
          </a:p>
        </p:txBody>
      </p:sp>
      <p:sp>
        <p:nvSpPr>
          <p:cNvPr id="7" name="Rectangle 6">
            <a:extLst>
              <a:ext uri="{FF2B5EF4-FFF2-40B4-BE49-F238E27FC236}">
                <a16:creationId xmlns:a16="http://schemas.microsoft.com/office/drawing/2014/main" id="{1E4855D8-EDF1-DE2A-149B-5899B484CDBD}"/>
              </a:ext>
            </a:extLst>
          </p:cNvPr>
          <p:cNvSpPr/>
          <p:nvPr/>
        </p:nvSpPr>
        <p:spPr>
          <a:xfrm>
            <a:off x="5988425" y="1358014"/>
            <a:ext cx="815790" cy="1395153"/>
          </a:xfrm>
          <a:prstGeom prst="rect">
            <a:avLst/>
          </a:prstGeom>
          <a:solidFill>
            <a:srgbClr val="79CAB0">
              <a:alpha val="50000"/>
            </a:srgb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Variable Small" pitchFamily="2" charset="0"/>
            </a:endParaRPr>
          </a:p>
        </p:txBody>
      </p:sp>
      <p:sp>
        <p:nvSpPr>
          <p:cNvPr id="10" name="Rectangle 9">
            <a:extLst>
              <a:ext uri="{FF2B5EF4-FFF2-40B4-BE49-F238E27FC236}">
                <a16:creationId xmlns:a16="http://schemas.microsoft.com/office/drawing/2014/main" id="{748CCB98-4501-DF51-5C22-801C6BE9EF26}"/>
              </a:ext>
            </a:extLst>
          </p:cNvPr>
          <p:cNvSpPr/>
          <p:nvPr/>
        </p:nvSpPr>
        <p:spPr>
          <a:xfrm>
            <a:off x="5988423" y="2753167"/>
            <a:ext cx="815790" cy="1362363"/>
          </a:xfrm>
          <a:prstGeom prst="rect">
            <a:avLst/>
          </a:prstGeom>
          <a:solidFill>
            <a:srgbClr val="79CAB0">
              <a:alpha val="50000"/>
            </a:srgb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Variable Small" pitchFamily="2" charset="0"/>
            </a:endParaRPr>
          </a:p>
        </p:txBody>
      </p:sp>
      <p:sp>
        <p:nvSpPr>
          <p:cNvPr id="11" name="Rectangle 10">
            <a:extLst>
              <a:ext uri="{FF2B5EF4-FFF2-40B4-BE49-F238E27FC236}">
                <a16:creationId xmlns:a16="http://schemas.microsoft.com/office/drawing/2014/main" id="{9BC373FC-6AA1-FFEA-1AE9-0F4EBAD2FB9B}"/>
              </a:ext>
            </a:extLst>
          </p:cNvPr>
          <p:cNvSpPr/>
          <p:nvPr/>
        </p:nvSpPr>
        <p:spPr>
          <a:xfrm>
            <a:off x="9637060" y="4115531"/>
            <a:ext cx="1004048" cy="1487412"/>
          </a:xfrm>
          <a:prstGeom prst="rect">
            <a:avLst/>
          </a:prstGeom>
          <a:solidFill>
            <a:srgbClr val="00B050">
              <a:alpha val="50000"/>
            </a:srgb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Variable Small" pitchFamily="2" charset="0"/>
            </a:endParaRPr>
          </a:p>
        </p:txBody>
      </p:sp>
      <p:sp>
        <p:nvSpPr>
          <p:cNvPr id="12" name="Rectangle 11">
            <a:extLst>
              <a:ext uri="{FF2B5EF4-FFF2-40B4-BE49-F238E27FC236}">
                <a16:creationId xmlns:a16="http://schemas.microsoft.com/office/drawing/2014/main" id="{4DDB3900-D28C-FB32-8770-A4F9195A9310}"/>
              </a:ext>
            </a:extLst>
          </p:cNvPr>
          <p:cNvSpPr/>
          <p:nvPr/>
        </p:nvSpPr>
        <p:spPr>
          <a:xfrm>
            <a:off x="5988423" y="4110817"/>
            <a:ext cx="815790" cy="1487413"/>
          </a:xfrm>
          <a:prstGeom prst="rect">
            <a:avLst/>
          </a:prstGeom>
          <a:solidFill>
            <a:srgbClr val="79CAB0">
              <a:alpha val="50000"/>
            </a:srgb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Variable Small" pitchFamily="2" charset="0"/>
            </a:endParaRPr>
          </a:p>
        </p:txBody>
      </p:sp>
      <p:sp>
        <p:nvSpPr>
          <p:cNvPr id="13" name="Rectangle 12">
            <a:extLst>
              <a:ext uri="{FF2B5EF4-FFF2-40B4-BE49-F238E27FC236}">
                <a16:creationId xmlns:a16="http://schemas.microsoft.com/office/drawing/2014/main" id="{82A92368-2C63-34EA-56B9-80A3CA490F79}"/>
              </a:ext>
            </a:extLst>
          </p:cNvPr>
          <p:cNvSpPr/>
          <p:nvPr/>
        </p:nvSpPr>
        <p:spPr>
          <a:xfrm>
            <a:off x="1524007" y="1342312"/>
            <a:ext cx="3370724" cy="316159"/>
          </a:xfrm>
          <a:prstGeom prst="rect">
            <a:avLst/>
          </a:prstGeom>
          <a:solidFill>
            <a:srgbClr val="79CAB0">
              <a:alpha val="50000"/>
            </a:srgb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Variable Small" pitchFamily="2" charset="0"/>
            </a:endParaRPr>
          </a:p>
        </p:txBody>
      </p:sp>
      <p:sp>
        <p:nvSpPr>
          <p:cNvPr id="14" name="Rectangle 13">
            <a:extLst>
              <a:ext uri="{FF2B5EF4-FFF2-40B4-BE49-F238E27FC236}">
                <a16:creationId xmlns:a16="http://schemas.microsoft.com/office/drawing/2014/main" id="{784A825C-C357-1738-E381-4EAFE65F3369}"/>
              </a:ext>
            </a:extLst>
          </p:cNvPr>
          <p:cNvSpPr/>
          <p:nvPr/>
        </p:nvSpPr>
        <p:spPr>
          <a:xfrm>
            <a:off x="1524004" y="5098586"/>
            <a:ext cx="3370724" cy="316159"/>
          </a:xfrm>
          <a:prstGeom prst="rect">
            <a:avLst/>
          </a:prstGeom>
          <a:solidFill>
            <a:srgbClr val="79CAB0">
              <a:alpha val="50000"/>
            </a:srgb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Variable Small" pitchFamily="2" charset="0"/>
            </a:endParaRPr>
          </a:p>
        </p:txBody>
      </p:sp>
      <p:sp>
        <p:nvSpPr>
          <p:cNvPr id="15" name="Rectangle 14">
            <a:extLst>
              <a:ext uri="{FF2B5EF4-FFF2-40B4-BE49-F238E27FC236}">
                <a16:creationId xmlns:a16="http://schemas.microsoft.com/office/drawing/2014/main" id="{07506D24-C833-C5D5-F0A5-0C40D1D3CCE9}"/>
              </a:ext>
            </a:extLst>
          </p:cNvPr>
          <p:cNvSpPr/>
          <p:nvPr/>
        </p:nvSpPr>
        <p:spPr>
          <a:xfrm>
            <a:off x="1524006" y="3567985"/>
            <a:ext cx="3370724" cy="316159"/>
          </a:xfrm>
          <a:prstGeom prst="rect">
            <a:avLst/>
          </a:prstGeom>
          <a:solidFill>
            <a:srgbClr val="79CAB0">
              <a:alpha val="50000"/>
            </a:srgb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Variable Small" pitchFamily="2" charset="0"/>
            </a:endParaRPr>
          </a:p>
        </p:txBody>
      </p:sp>
      <p:sp>
        <p:nvSpPr>
          <p:cNvPr id="16" name="Rectangle 15">
            <a:extLst>
              <a:ext uri="{FF2B5EF4-FFF2-40B4-BE49-F238E27FC236}">
                <a16:creationId xmlns:a16="http://schemas.microsoft.com/office/drawing/2014/main" id="{B2D298F6-FCA2-6B2D-07AA-97E2458FC5E7}"/>
              </a:ext>
            </a:extLst>
          </p:cNvPr>
          <p:cNvSpPr/>
          <p:nvPr/>
        </p:nvSpPr>
        <p:spPr>
          <a:xfrm>
            <a:off x="1524006" y="1658470"/>
            <a:ext cx="3370724" cy="316159"/>
          </a:xfrm>
          <a:prstGeom prst="rect">
            <a:avLst/>
          </a:prstGeom>
          <a:solidFill>
            <a:schemeClr val="accent4">
              <a:lumMod val="40000"/>
              <a:lumOff val="60000"/>
              <a:alpha val="50000"/>
            </a:scheme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Variable Small" pitchFamily="2" charset="0"/>
            </a:endParaRPr>
          </a:p>
        </p:txBody>
      </p:sp>
      <p:sp>
        <p:nvSpPr>
          <p:cNvPr id="17" name="Rectangle 16">
            <a:extLst>
              <a:ext uri="{FF2B5EF4-FFF2-40B4-BE49-F238E27FC236}">
                <a16:creationId xmlns:a16="http://schemas.microsoft.com/office/drawing/2014/main" id="{C30992E1-2B9F-D314-F063-E2182B4C7AA7}"/>
              </a:ext>
            </a:extLst>
          </p:cNvPr>
          <p:cNvSpPr/>
          <p:nvPr/>
        </p:nvSpPr>
        <p:spPr>
          <a:xfrm>
            <a:off x="1524005" y="2428222"/>
            <a:ext cx="3370724" cy="316159"/>
          </a:xfrm>
          <a:prstGeom prst="rect">
            <a:avLst/>
          </a:prstGeom>
          <a:solidFill>
            <a:srgbClr val="79CAB0">
              <a:alpha val="50000"/>
            </a:srgb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Variable Small" pitchFamily="2" charset="0"/>
            </a:endParaRPr>
          </a:p>
        </p:txBody>
      </p:sp>
      <p:sp>
        <p:nvSpPr>
          <p:cNvPr id="18" name="Rectangle 17">
            <a:extLst>
              <a:ext uri="{FF2B5EF4-FFF2-40B4-BE49-F238E27FC236}">
                <a16:creationId xmlns:a16="http://schemas.microsoft.com/office/drawing/2014/main" id="{F7BDE2F9-4ABA-48A9-F9F2-7FE34641A324}"/>
              </a:ext>
            </a:extLst>
          </p:cNvPr>
          <p:cNvSpPr/>
          <p:nvPr/>
        </p:nvSpPr>
        <p:spPr>
          <a:xfrm>
            <a:off x="1524005" y="4458052"/>
            <a:ext cx="3370724" cy="316159"/>
          </a:xfrm>
          <a:prstGeom prst="rect">
            <a:avLst/>
          </a:prstGeom>
          <a:solidFill>
            <a:schemeClr val="accent4">
              <a:lumMod val="40000"/>
              <a:lumOff val="60000"/>
              <a:alpha val="50000"/>
            </a:scheme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Variable Small" pitchFamily="2" charset="0"/>
            </a:endParaRPr>
          </a:p>
        </p:txBody>
      </p:sp>
      <p:sp>
        <p:nvSpPr>
          <p:cNvPr id="19" name="Rectangle 18">
            <a:extLst>
              <a:ext uri="{FF2B5EF4-FFF2-40B4-BE49-F238E27FC236}">
                <a16:creationId xmlns:a16="http://schemas.microsoft.com/office/drawing/2014/main" id="{42BDA49C-AD27-A6D5-05AB-0CB67001E555}"/>
              </a:ext>
            </a:extLst>
          </p:cNvPr>
          <p:cNvSpPr/>
          <p:nvPr/>
        </p:nvSpPr>
        <p:spPr>
          <a:xfrm>
            <a:off x="1524002" y="2722987"/>
            <a:ext cx="3370724" cy="316159"/>
          </a:xfrm>
          <a:prstGeom prst="rect">
            <a:avLst/>
          </a:prstGeom>
          <a:solidFill>
            <a:srgbClr val="B0DC68">
              <a:alpha val="50000"/>
            </a:srgb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Variable Small" pitchFamily="2" charset="0"/>
            </a:endParaRPr>
          </a:p>
        </p:txBody>
      </p:sp>
      <p:sp>
        <p:nvSpPr>
          <p:cNvPr id="20" name="Rectangle 19">
            <a:extLst>
              <a:ext uri="{FF2B5EF4-FFF2-40B4-BE49-F238E27FC236}">
                <a16:creationId xmlns:a16="http://schemas.microsoft.com/office/drawing/2014/main" id="{3D5ECC21-E0E8-70D2-D57E-22D97AB47F29}"/>
              </a:ext>
            </a:extLst>
          </p:cNvPr>
          <p:cNvSpPr/>
          <p:nvPr/>
        </p:nvSpPr>
        <p:spPr>
          <a:xfrm>
            <a:off x="1524003" y="4148071"/>
            <a:ext cx="3370724" cy="316159"/>
          </a:xfrm>
          <a:prstGeom prst="rect">
            <a:avLst/>
          </a:prstGeom>
          <a:solidFill>
            <a:srgbClr val="B0DC68">
              <a:alpha val="50000"/>
            </a:srgb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Variable Small" pitchFamily="2" charset="0"/>
            </a:endParaRPr>
          </a:p>
        </p:txBody>
      </p:sp>
      <p:sp>
        <p:nvSpPr>
          <p:cNvPr id="21" name="Rectangle 20">
            <a:extLst>
              <a:ext uri="{FF2B5EF4-FFF2-40B4-BE49-F238E27FC236}">
                <a16:creationId xmlns:a16="http://schemas.microsoft.com/office/drawing/2014/main" id="{7EEE0517-E081-842A-2AB9-B3A44DAC75EE}"/>
              </a:ext>
            </a:extLst>
          </p:cNvPr>
          <p:cNvSpPr/>
          <p:nvPr/>
        </p:nvSpPr>
        <p:spPr>
          <a:xfrm>
            <a:off x="1524001" y="4775769"/>
            <a:ext cx="3370724" cy="316159"/>
          </a:xfrm>
          <a:prstGeom prst="rect">
            <a:avLst/>
          </a:prstGeom>
          <a:solidFill>
            <a:srgbClr val="B0DC68">
              <a:alpha val="50000"/>
            </a:srgb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Variable Small" pitchFamily="2" charset="0"/>
            </a:endParaRPr>
          </a:p>
        </p:txBody>
      </p:sp>
      <p:sp>
        <p:nvSpPr>
          <p:cNvPr id="22" name="Rectangle 21">
            <a:extLst>
              <a:ext uri="{FF2B5EF4-FFF2-40B4-BE49-F238E27FC236}">
                <a16:creationId xmlns:a16="http://schemas.microsoft.com/office/drawing/2014/main" id="{F969678A-B84B-2294-11EC-03F4FF114389}"/>
              </a:ext>
            </a:extLst>
          </p:cNvPr>
          <p:cNvSpPr/>
          <p:nvPr/>
        </p:nvSpPr>
        <p:spPr>
          <a:xfrm>
            <a:off x="1524001" y="3035683"/>
            <a:ext cx="3370724" cy="262798"/>
          </a:xfrm>
          <a:prstGeom prst="rect">
            <a:avLst/>
          </a:prstGeom>
          <a:solidFill>
            <a:schemeClr val="accent4">
              <a:lumMod val="40000"/>
              <a:lumOff val="60000"/>
              <a:alpha val="50000"/>
            </a:scheme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Variable Small" pitchFamily="2" charset="0"/>
            </a:endParaRPr>
          </a:p>
        </p:txBody>
      </p:sp>
      <p:sp>
        <p:nvSpPr>
          <p:cNvPr id="23" name="Rectangle 22">
            <a:extLst>
              <a:ext uri="{FF2B5EF4-FFF2-40B4-BE49-F238E27FC236}">
                <a16:creationId xmlns:a16="http://schemas.microsoft.com/office/drawing/2014/main" id="{BBAE9E69-0972-51CA-335C-63DF493A6133}"/>
              </a:ext>
            </a:extLst>
          </p:cNvPr>
          <p:cNvSpPr/>
          <p:nvPr/>
        </p:nvSpPr>
        <p:spPr>
          <a:xfrm>
            <a:off x="1524001" y="3298480"/>
            <a:ext cx="3370724" cy="262848"/>
          </a:xfrm>
          <a:prstGeom prst="rect">
            <a:avLst/>
          </a:prstGeom>
          <a:solidFill>
            <a:srgbClr val="B0DC68">
              <a:alpha val="50000"/>
            </a:srgb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Segoe UI Variable Small" pitchFamily="2" charset="0"/>
            </a:endParaRPr>
          </a:p>
        </p:txBody>
      </p:sp>
      <p:cxnSp>
        <p:nvCxnSpPr>
          <p:cNvPr id="25" name="Straight Connector 24">
            <a:extLst>
              <a:ext uri="{FF2B5EF4-FFF2-40B4-BE49-F238E27FC236}">
                <a16:creationId xmlns:a16="http://schemas.microsoft.com/office/drawing/2014/main" id="{6E47CBB3-2D7E-101E-FE04-4911521FCFD2}"/>
              </a:ext>
            </a:extLst>
          </p:cNvPr>
          <p:cNvCxnSpPr>
            <a:cxnSpLocks/>
          </p:cNvCxnSpPr>
          <p:nvPr/>
        </p:nvCxnSpPr>
        <p:spPr>
          <a:xfrm flipH="1">
            <a:off x="3792944" y="751283"/>
            <a:ext cx="5431742" cy="0"/>
          </a:xfrm>
          <a:prstGeom prst="line">
            <a:avLst/>
          </a:prstGeom>
          <a:ln w="38100">
            <a:solidFill>
              <a:srgbClr val="5F9EA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362174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2"/>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9"/>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0"/>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1"/>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7"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336713E-AEE2-40C5-B3E4-8AEA8C9EEAD7}"/>
              </a:ext>
            </a:extLst>
          </p:cNvPr>
          <p:cNvPicPr>
            <a:picLocks noChangeAspect="1"/>
          </p:cNvPicPr>
          <p:nvPr/>
        </p:nvPicPr>
        <p:blipFill>
          <a:blip r:embed="rId3"/>
          <a:srcRect l="62" t="2450" r="130" b="164"/>
          <a:stretch/>
        </p:blipFill>
        <p:spPr>
          <a:xfrm>
            <a:off x="1954305" y="1101556"/>
            <a:ext cx="8283389" cy="5341434"/>
          </a:xfrm>
          <a:prstGeom prst="rect">
            <a:avLst/>
          </a:prstGeom>
        </p:spPr>
      </p:pic>
      <p:sp>
        <p:nvSpPr>
          <p:cNvPr id="8" name="Rectangle 7">
            <a:extLst>
              <a:ext uri="{FF2B5EF4-FFF2-40B4-BE49-F238E27FC236}">
                <a16:creationId xmlns:a16="http://schemas.microsoft.com/office/drawing/2014/main" id="{4708CCD2-837C-5201-478E-DB4D32EB36E7}"/>
              </a:ext>
            </a:extLst>
          </p:cNvPr>
          <p:cNvSpPr/>
          <p:nvPr/>
        </p:nvSpPr>
        <p:spPr>
          <a:xfrm>
            <a:off x="2429435" y="5611906"/>
            <a:ext cx="2653554" cy="639854"/>
          </a:xfrm>
          <a:prstGeom prst="rect">
            <a:avLst/>
          </a:prstGeom>
          <a:solidFill>
            <a:srgbClr val="5F9EA0">
              <a:alpha val="50000"/>
            </a:srgb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itle 1">
            <a:extLst>
              <a:ext uri="{FF2B5EF4-FFF2-40B4-BE49-F238E27FC236}">
                <a16:creationId xmlns:a16="http://schemas.microsoft.com/office/drawing/2014/main" id="{CEC2E935-6AFB-7719-BA60-96A5FE4CF47E}"/>
              </a:ext>
            </a:extLst>
          </p:cNvPr>
          <p:cNvSpPr txBox="1">
            <a:spLocks/>
          </p:cNvSpPr>
          <p:nvPr/>
        </p:nvSpPr>
        <p:spPr>
          <a:xfrm>
            <a:off x="0" y="11508"/>
            <a:ext cx="12192000" cy="739775"/>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50000"/>
              </a:lnSpc>
            </a:pPr>
            <a:r>
              <a:rPr lang="en-US" sz="2400" dirty="0">
                <a:latin typeface="Segoe UI Variable Text Semibold" pitchFamily="2" charset="0"/>
              </a:rPr>
              <a:t>Global sales by genre</a:t>
            </a:r>
            <a:endParaRPr lang="en-IN" sz="2400" dirty="0">
              <a:latin typeface="Segoe UI Variable Text Semibold" pitchFamily="2" charset="0"/>
            </a:endParaRPr>
          </a:p>
        </p:txBody>
      </p:sp>
      <p:cxnSp>
        <p:nvCxnSpPr>
          <p:cNvPr id="12" name="Straight Connector 11">
            <a:extLst>
              <a:ext uri="{FF2B5EF4-FFF2-40B4-BE49-F238E27FC236}">
                <a16:creationId xmlns:a16="http://schemas.microsoft.com/office/drawing/2014/main" id="{81E5B6FD-901B-171A-FACA-C8A62147E0C6}"/>
              </a:ext>
            </a:extLst>
          </p:cNvPr>
          <p:cNvCxnSpPr>
            <a:cxnSpLocks/>
          </p:cNvCxnSpPr>
          <p:nvPr/>
        </p:nvCxnSpPr>
        <p:spPr>
          <a:xfrm flipH="1">
            <a:off x="3407458" y="751283"/>
            <a:ext cx="5431742" cy="0"/>
          </a:xfrm>
          <a:prstGeom prst="line">
            <a:avLst/>
          </a:prstGeom>
          <a:ln w="38100">
            <a:solidFill>
              <a:srgbClr val="5F9EA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32371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FC5103-33A3-E054-2A60-B74FDA96F66B}"/>
            </a:ext>
          </a:extLst>
        </p:cNvPr>
        <p:cNvGrpSpPr/>
        <p:nvPr/>
      </p:nvGrpSpPr>
      <p:grpSpPr>
        <a:xfrm>
          <a:off x="0" y="0"/>
          <a:ext cx="0" cy="0"/>
          <a:chOff x="0" y="0"/>
          <a:chExt cx="0" cy="0"/>
        </a:xfrm>
      </p:grpSpPr>
      <p:graphicFrame>
        <p:nvGraphicFramePr>
          <p:cNvPr id="7" name="Table 6">
            <a:extLst>
              <a:ext uri="{FF2B5EF4-FFF2-40B4-BE49-F238E27FC236}">
                <a16:creationId xmlns:a16="http://schemas.microsoft.com/office/drawing/2014/main" id="{B19DFC10-CF4C-80BE-A74D-7328BAA3EA44}"/>
              </a:ext>
            </a:extLst>
          </p:cNvPr>
          <p:cNvGraphicFramePr>
            <a:graphicFrameLocks noGrp="1"/>
          </p:cNvGraphicFramePr>
          <p:nvPr>
            <p:extLst>
              <p:ext uri="{D42A27DB-BD31-4B8C-83A1-F6EECF244321}">
                <p14:modId xmlns:p14="http://schemas.microsoft.com/office/powerpoint/2010/main" val="801853989"/>
              </p:ext>
            </p:extLst>
          </p:nvPr>
        </p:nvGraphicFramePr>
        <p:xfrm>
          <a:off x="2510117" y="842492"/>
          <a:ext cx="7342092" cy="5766176"/>
        </p:xfrm>
        <a:graphic>
          <a:graphicData uri="http://schemas.openxmlformats.org/drawingml/2006/table">
            <a:tbl>
              <a:tblPr firstRow="1">
                <a:tableStyleId>{7E9639D4-E3E2-4D34-9284-5A2195B3D0D7}</a:tableStyleId>
              </a:tblPr>
              <a:tblGrid>
                <a:gridCol w="3197362">
                  <a:extLst>
                    <a:ext uri="{9D8B030D-6E8A-4147-A177-3AD203B41FA5}">
                      <a16:colId xmlns:a16="http://schemas.microsoft.com/office/drawing/2014/main" val="1034932530"/>
                    </a:ext>
                  </a:extLst>
                </a:gridCol>
                <a:gridCol w="882773">
                  <a:extLst>
                    <a:ext uri="{9D8B030D-6E8A-4147-A177-3AD203B41FA5}">
                      <a16:colId xmlns:a16="http://schemas.microsoft.com/office/drawing/2014/main" val="4279500071"/>
                    </a:ext>
                  </a:extLst>
                </a:gridCol>
                <a:gridCol w="925835">
                  <a:extLst>
                    <a:ext uri="{9D8B030D-6E8A-4147-A177-3AD203B41FA5}">
                      <a16:colId xmlns:a16="http://schemas.microsoft.com/office/drawing/2014/main" val="3348224152"/>
                    </a:ext>
                  </a:extLst>
                </a:gridCol>
                <a:gridCol w="1044256">
                  <a:extLst>
                    <a:ext uri="{9D8B030D-6E8A-4147-A177-3AD203B41FA5}">
                      <a16:colId xmlns:a16="http://schemas.microsoft.com/office/drawing/2014/main" val="3874996256"/>
                    </a:ext>
                  </a:extLst>
                </a:gridCol>
                <a:gridCol w="1291866">
                  <a:extLst>
                    <a:ext uri="{9D8B030D-6E8A-4147-A177-3AD203B41FA5}">
                      <a16:colId xmlns:a16="http://schemas.microsoft.com/office/drawing/2014/main" val="4175593619"/>
                    </a:ext>
                  </a:extLst>
                </a:gridCol>
              </a:tblGrid>
              <a:tr h="228516">
                <a:tc>
                  <a:txBody>
                    <a:bodyPr/>
                    <a:lstStyle/>
                    <a:p>
                      <a:pPr algn="r" fontAlgn="ctr"/>
                      <a:r>
                        <a:rPr lang="en-IN" sz="1200" b="1" dirty="0">
                          <a:effectLst/>
                          <a:latin typeface="Segoe UI Variable Small" pitchFamily="2" charset="0"/>
                        </a:rPr>
                        <a:t>Name</a:t>
                      </a:r>
                    </a:p>
                  </a:txBody>
                  <a:tcPr anchor="ctr">
                    <a:lnL w="6350" cap="flat" cmpd="sng" algn="ctr">
                      <a:noFill/>
                      <a:prstDash val="solid"/>
                      <a:miter lim="800000"/>
                    </a:lnL>
                    <a:lnR w="12700" cap="flat" cmpd="sng" algn="ctr">
                      <a:noFill/>
                      <a:prstDash val="solid"/>
                      <a:round/>
                      <a:headEnd type="none" w="med" len="med"/>
                      <a:tailEnd type="none" w="med" len="med"/>
                    </a:lnR>
                    <a:lnT w="6350" cap="flat" cmpd="sng" algn="ctr">
                      <a:noFill/>
                      <a:prstDash val="solid"/>
                      <a:miter lim="800000"/>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5F9EA0"/>
                    </a:solidFill>
                  </a:tcPr>
                </a:tc>
                <a:tc>
                  <a:txBody>
                    <a:bodyPr/>
                    <a:lstStyle/>
                    <a:p>
                      <a:pPr algn="r" fontAlgn="ctr"/>
                      <a:r>
                        <a:rPr lang="en-IN" sz="1200" b="1" dirty="0">
                          <a:effectLst/>
                          <a:latin typeface="Segoe UI Variable Small" pitchFamily="2" charset="0"/>
                        </a:rPr>
                        <a:t>Platform</a:t>
                      </a:r>
                    </a:p>
                  </a:txBody>
                  <a:tcPr anchor="ctr">
                    <a:lnL w="6350" cap="flat" cmpd="sng" algn="ctr">
                      <a:noFill/>
                      <a:prstDash val="solid"/>
                      <a:miter lim="800000"/>
                    </a:lnL>
                    <a:lnR w="12700" cap="flat" cmpd="sng" algn="ctr">
                      <a:noFill/>
                      <a:prstDash val="solid"/>
                      <a:round/>
                      <a:headEnd type="none" w="med" len="med"/>
                      <a:tailEnd type="none" w="med" len="med"/>
                    </a:lnR>
                    <a:lnT w="6350" cap="flat" cmpd="sng" algn="ctr">
                      <a:noFill/>
                      <a:prstDash val="solid"/>
                      <a:miter lim="800000"/>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5F9EA0"/>
                    </a:solidFill>
                  </a:tcPr>
                </a:tc>
                <a:tc>
                  <a:txBody>
                    <a:bodyPr/>
                    <a:lstStyle/>
                    <a:p>
                      <a:pPr algn="r" fontAlgn="ctr"/>
                      <a:r>
                        <a:rPr lang="en-IN" sz="1200" b="1" dirty="0">
                          <a:effectLst/>
                          <a:latin typeface="Segoe UI Variable Small" pitchFamily="2" charset="0"/>
                        </a:rPr>
                        <a:t>Genre</a:t>
                      </a:r>
                    </a:p>
                  </a:txBody>
                  <a:tcPr anchor="ctr">
                    <a:lnL w="6350" cap="flat" cmpd="sng" algn="ctr">
                      <a:noFill/>
                      <a:prstDash val="solid"/>
                      <a:miter lim="800000"/>
                    </a:lnL>
                    <a:lnR w="12700" cap="flat" cmpd="sng" algn="ctr">
                      <a:noFill/>
                      <a:prstDash val="solid"/>
                      <a:round/>
                      <a:headEnd type="none" w="med" len="med"/>
                      <a:tailEnd type="none" w="med" len="med"/>
                    </a:lnR>
                    <a:lnT w="6350" cap="flat" cmpd="sng" algn="ctr">
                      <a:noFill/>
                      <a:prstDash val="solid"/>
                      <a:miter lim="800000"/>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5F9EA0"/>
                    </a:solidFill>
                  </a:tcPr>
                </a:tc>
                <a:tc>
                  <a:txBody>
                    <a:bodyPr/>
                    <a:lstStyle/>
                    <a:p>
                      <a:pPr algn="r" fontAlgn="ctr"/>
                      <a:r>
                        <a:rPr lang="en-IN" sz="1200" b="1" dirty="0">
                          <a:effectLst/>
                          <a:latin typeface="Segoe UI Variable Small" pitchFamily="2" charset="0"/>
                        </a:rPr>
                        <a:t>Publisher</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miter lim="800000"/>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5F9EA0"/>
                    </a:solidFill>
                  </a:tcPr>
                </a:tc>
                <a:tc>
                  <a:txBody>
                    <a:bodyPr/>
                    <a:lstStyle/>
                    <a:p>
                      <a:pPr algn="r" fontAlgn="ctr"/>
                      <a:r>
                        <a:rPr lang="en-IN" sz="1200" b="1" dirty="0" err="1">
                          <a:effectLst/>
                          <a:latin typeface="Segoe UI Variable Small" pitchFamily="2" charset="0"/>
                        </a:rPr>
                        <a:t>Global_Sales</a:t>
                      </a:r>
                      <a:endParaRPr lang="en-IN" sz="1200" b="1" dirty="0">
                        <a:effectLst/>
                        <a:latin typeface="Segoe UI Variable Small" pitchFamily="2" charset="0"/>
                      </a:endParaRPr>
                    </a:p>
                  </a:txBody>
                  <a:tcPr anchor="ctr">
                    <a:lnL w="12700" cap="flat" cmpd="sng" algn="ctr">
                      <a:noFill/>
                      <a:prstDash val="solid"/>
                      <a:round/>
                      <a:headEnd type="none" w="med" len="med"/>
                      <a:tailEnd type="none" w="med" len="med"/>
                    </a:lnL>
                    <a:lnR w="6350" cap="flat" cmpd="sng" algn="ctr">
                      <a:noFill/>
                      <a:prstDash val="solid"/>
                      <a:miter lim="800000"/>
                    </a:lnR>
                    <a:lnT w="6350" cap="flat" cmpd="sng" algn="ctr">
                      <a:noFill/>
                      <a:prstDash val="solid"/>
                      <a:miter lim="800000"/>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5F9EA0"/>
                    </a:solidFill>
                  </a:tcPr>
                </a:tc>
                <a:extLst>
                  <a:ext uri="{0D108BD9-81ED-4DB2-BD59-A6C34878D82A}">
                    <a16:rowId xmlns:a16="http://schemas.microsoft.com/office/drawing/2014/main" val="3731645849"/>
                  </a:ext>
                </a:extLst>
              </a:tr>
              <a:tr h="228516">
                <a:tc>
                  <a:txBody>
                    <a:bodyPr/>
                    <a:lstStyle/>
                    <a:p>
                      <a:pPr algn="r" fontAlgn="ctr"/>
                      <a:r>
                        <a:rPr lang="en-IN" sz="1200" dirty="0">
                          <a:effectLst/>
                          <a:latin typeface="Segoe UI Variable Small" pitchFamily="2" charset="0"/>
                        </a:rPr>
                        <a:t>Wii Sports</a:t>
                      </a:r>
                    </a:p>
                  </a:txBody>
                  <a:tcPr anchor="ctr">
                    <a:lnL w="6350" cap="flat" cmpd="sng" algn="ctr">
                      <a:noFill/>
                      <a:prstDash val="solid"/>
                      <a:miter lim="800000"/>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algn="r" fontAlgn="ctr"/>
                      <a:r>
                        <a:rPr lang="en-IN" sz="1200" dirty="0">
                          <a:effectLst/>
                          <a:latin typeface="Segoe UI Variable Small" pitchFamily="2" charset="0"/>
                        </a:rPr>
                        <a:t>Wii</a:t>
                      </a:r>
                    </a:p>
                  </a:txBody>
                  <a:tcPr anchor="ctr">
                    <a:lnL w="6350" cap="flat" cmpd="sng" algn="ctr">
                      <a:noFill/>
                      <a:prstDash val="solid"/>
                      <a:miter lim="800000"/>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algn="r" fontAlgn="ctr"/>
                      <a:r>
                        <a:rPr lang="en-IN" sz="1200">
                          <a:effectLst/>
                          <a:latin typeface="Segoe UI Variable Small" pitchFamily="2" charset="0"/>
                        </a:rPr>
                        <a:t>Sports</a:t>
                      </a:r>
                    </a:p>
                  </a:txBody>
                  <a:tcPr anchor="ctr">
                    <a:lnL w="6350" cap="flat" cmpd="sng" algn="ctr">
                      <a:noFill/>
                      <a:prstDash val="solid"/>
                      <a:miter lim="800000"/>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algn="r" fontAlgn="ctr"/>
                      <a:r>
                        <a:rPr lang="en-IN" sz="1200" dirty="0">
                          <a:effectLst/>
                          <a:latin typeface="Segoe UI Variable Small" pitchFamily="2" charset="0"/>
                        </a:rPr>
                        <a:t>Nintendo</a:t>
                      </a:r>
                    </a:p>
                  </a:txBody>
                  <a:tcPr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algn="r" fontAlgn="ctr"/>
                      <a:r>
                        <a:rPr lang="en-IN" sz="1200" dirty="0">
                          <a:effectLst/>
                          <a:latin typeface="Segoe UI Variable Small" pitchFamily="2" charset="0"/>
                        </a:rPr>
                        <a:t>82.74</a:t>
                      </a:r>
                    </a:p>
                  </a:txBody>
                  <a:tcPr anchor="ctr">
                    <a:lnL>
                      <a:noFill/>
                    </a:lnL>
                    <a:lnR w="6350" cap="flat" cmpd="sng" algn="ctr">
                      <a:noFill/>
                      <a:prstDash val="solid"/>
                      <a:miter lim="800000"/>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tcPr>
                </a:tc>
                <a:extLst>
                  <a:ext uri="{0D108BD9-81ED-4DB2-BD59-A6C34878D82A}">
                    <a16:rowId xmlns:a16="http://schemas.microsoft.com/office/drawing/2014/main" val="2835196751"/>
                  </a:ext>
                </a:extLst>
              </a:tr>
              <a:tr h="228516">
                <a:tc>
                  <a:txBody>
                    <a:bodyPr/>
                    <a:lstStyle/>
                    <a:p>
                      <a:pPr algn="r" fontAlgn="ctr"/>
                      <a:r>
                        <a:rPr lang="en-IN" sz="1200" dirty="0">
                          <a:effectLst/>
                          <a:latin typeface="Segoe UI Variable Small" pitchFamily="2" charset="0"/>
                        </a:rPr>
                        <a:t>Super Mario Bros.</a:t>
                      </a:r>
                    </a:p>
                  </a:txBody>
                  <a:tcPr anchor="ctr">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r" fontAlgn="ctr"/>
                      <a:r>
                        <a:rPr lang="en-IN" sz="1200">
                          <a:effectLst/>
                          <a:latin typeface="Segoe UI Variable Small" pitchFamily="2" charset="0"/>
                        </a:rPr>
                        <a:t>NES</a:t>
                      </a:r>
                    </a:p>
                  </a:txBody>
                  <a:tcPr anchor="ctr">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r" fontAlgn="ctr"/>
                      <a:r>
                        <a:rPr lang="en-IN" sz="1200">
                          <a:effectLst/>
                          <a:latin typeface="Segoe UI Variable Small" pitchFamily="2" charset="0"/>
                        </a:rPr>
                        <a:t>Platform</a:t>
                      </a:r>
                    </a:p>
                  </a:txBody>
                  <a:tcPr anchor="ctr">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r" fontAlgn="ctr"/>
                      <a:r>
                        <a:rPr lang="en-IN" sz="1200">
                          <a:effectLst/>
                          <a:latin typeface="Segoe UI Variable Small" pitchFamily="2" charset="0"/>
                        </a:rPr>
                        <a:t>Nintendo</a:t>
                      </a:r>
                    </a:p>
                  </a:txBody>
                  <a:tcPr anchor="ctr">
                    <a:lnL>
                      <a:noFill/>
                    </a:lnL>
                    <a:lnR>
                      <a:noFill/>
                    </a:lnR>
                    <a:lnT>
                      <a:noFill/>
                    </a:lnT>
                    <a:lnB>
                      <a:noFill/>
                    </a:lnB>
                    <a:lnTlToBr w="12700" cmpd="sng">
                      <a:noFill/>
                      <a:prstDash val="solid"/>
                    </a:lnTlToBr>
                    <a:lnBlToTr w="12700" cmpd="sng">
                      <a:noFill/>
                      <a:prstDash val="solid"/>
                    </a:lnBlToTr>
                  </a:tcPr>
                </a:tc>
                <a:tc>
                  <a:txBody>
                    <a:bodyPr/>
                    <a:lstStyle/>
                    <a:p>
                      <a:pPr algn="r" fontAlgn="ctr"/>
                      <a:r>
                        <a:rPr lang="en-IN" sz="1200">
                          <a:effectLst/>
                          <a:latin typeface="Segoe UI Variable Small" pitchFamily="2" charset="0"/>
                        </a:rPr>
                        <a:t>40.24</a:t>
                      </a:r>
                    </a:p>
                  </a:txBody>
                  <a:tcPr anchor="ctr">
                    <a:lnL>
                      <a:noFill/>
                    </a:lnL>
                    <a:lnR w="6350" cap="flat" cmpd="sng" algn="ctr">
                      <a:noFill/>
                      <a:prstDash val="solid"/>
                      <a:miter lim="800000"/>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476763144"/>
                  </a:ext>
                </a:extLst>
              </a:tr>
              <a:tr h="228516">
                <a:tc>
                  <a:txBody>
                    <a:bodyPr/>
                    <a:lstStyle/>
                    <a:p>
                      <a:pPr algn="r" fontAlgn="ctr"/>
                      <a:r>
                        <a:rPr lang="en-IN" sz="1200" dirty="0">
                          <a:effectLst/>
                          <a:latin typeface="Segoe UI Variable Small" pitchFamily="2" charset="0"/>
                        </a:rPr>
                        <a:t>Wii Sports Resort</a:t>
                      </a:r>
                    </a:p>
                  </a:txBody>
                  <a:tcPr anchor="ctr">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r" fontAlgn="ctr"/>
                      <a:r>
                        <a:rPr lang="en-IN" sz="1200">
                          <a:effectLst/>
                          <a:latin typeface="Segoe UI Variable Small" pitchFamily="2" charset="0"/>
                        </a:rPr>
                        <a:t>Wii</a:t>
                      </a:r>
                    </a:p>
                  </a:txBody>
                  <a:tcPr anchor="ctr">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r" fontAlgn="ctr"/>
                      <a:r>
                        <a:rPr lang="en-IN" sz="1200">
                          <a:effectLst/>
                          <a:latin typeface="Segoe UI Variable Small" pitchFamily="2" charset="0"/>
                        </a:rPr>
                        <a:t>Sports</a:t>
                      </a:r>
                    </a:p>
                  </a:txBody>
                  <a:tcPr anchor="ctr">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r" fontAlgn="ctr"/>
                      <a:r>
                        <a:rPr lang="en-IN" sz="1200">
                          <a:effectLst/>
                          <a:latin typeface="Segoe UI Variable Small" pitchFamily="2" charset="0"/>
                        </a:rPr>
                        <a:t>Nintendo</a:t>
                      </a:r>
                    </a:p>
                  </a:txBody>
                  <a:tcPr anchor="ctr">
                    <a:lnL>
                      <a:noFill/>
                    </a:lnL>
                    <a:lnR>
                      <a:noFill/>
                    </a:lnR>
                    <a:lnT>
                      <a:noFill/>
                    </a:lnT>
                    <a:lnB>
                      <a:noFill/>
                    </a:lnB>
                    <a:lnTlToBr w="12700" cmpd="sng">
                      <a:noFill/>
                      <a:prstDash val="solid"/>
                    </a:lnTlToBr>
                    <a:lnBlToTr w="12700" cmpd="sng">
                      <a:noFill/>
                      <a:prstDash val="solid"/>
                    </a:lnBlToTr>
                  </a:tcPr>
                </a:tc>
                <a:tc>
                  <a:txBody>
                    <a:bodyPr/>
                    <a:lstStyle/>
                    <a:p>
                      <a:pPr algn="r" fontAlgn="ctr"/>
                      <a:r>
                        <a:rPr lang="en-IN" sz="1200">
                          <a:effectLst/>
                          <a:latin typeface="Segoe UI Variable Small" pitchFamily="2" charset="0"/>
                        </a:rPr>
                        <a:t>33.00</a:t>
                      </a:r>
                    </a:p>
                  </a:txBody>
                  <a:tcPr anchor="ctr">
                    <a:lnL>
                      <a:noFill/>
                    </a:lnL>
                    <a:lnR w="6350" cap="flat" cmpd="sng" algn="ctr">
                      <a:noFill/>
                      <a:prstDash val="solid"/>
                      <a:miter lim="800000"/>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2023089463"/>
                  </a:ext>
                </a:extLst>
              </a:tr>
              <a:tr h="228516">
                <a:tc>
                  <a:txBody>
                    <a:bodyPr/>
                    <a:lstStyle/>
                    <a:p>
                      <a:pPr algn="r" fontAlgn="ctr"/>
                      <a:r>
                        <a:rPr lang="en-IN" sz="1200" dirty="0">
                          <a:effectLst/>
                          <a:latin typeface="Segoe UI Variable Small" pitchFamily="2" charset="0"/>
                        </a:rPr>
                        <a:t>New Super Mario Bros.</a:t>
                      </a:r>
                    </a:p>
                  </a:txBody>
                  <a:tcPr anchor="ctr">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r" fontAlgn="ctr"/>
                      <a:r>
                        <a:rPr lang="en-IN" sz="1200">
                          <a:effectLst/>
                          <a:latin typeface="Segoe UI Variable Small" pitchFamily="2" charset="0"/>
                        </a:rPr>
                        <a:t>DS</a:t>
                      </a:r>
                    </a:p>
                  </a:txBody>
                  <a:tcPr anchor="ctr">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r" fontAlgn="ctr"/>
                      <a:r>
                        <a:rPr lang="en-IN" sz="1200">
                          <a:effectLst/>
                          <a:latin typeface="Segoe UI Variable Small" pitchFamily="2" charset="0"/>
                        </a:rPr>
                        <a:t>Platform</a:t>
                      </a:r>
                    </a:p>
                  </a:txBody>
                  <a:tcPr anchor="ctr">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r" fontAlgn="ctr"/>
                      <a:r>
                        <a:rPr lang="en-IN" sz="1200">
                          <a:effectLst/>
                          <a:latin typeface="Segoe UI Variable Small" pitchFamily="2" charset="0"/>
                        </a:rPr>
                        <a:t>Nintendo</a:t>
                      </a:r>
                    </a:p>
                  </a:txBody>
                  <a:tcPr anchor="ctr">
                    <a:lnL>
                      <a:noFill/>
                    </a:lnL>
                    <a:lnR>
                      <a:noFill/>
                    </a:lnR>
                    <a:lnT>
                      <a:noFill/>
                    </a:lnT>
                    <a:lnB>
                      <a:noFill/>
                    </a:lnB>
                    <a:lnTlToBr w="12700" cmpd="sng">
                      <a:noFill/>
                      <a:prstDash val="solid"/>
                    </a:lnTlToBr>
                    <a:lnBlToTr w="12700" cmpd="sng">
                      <a:noFill/>
                      <a:prstDash val="solid"/>
                    </a:lnBlToTr>
                  </a:tcPr>
                </a:tc>
                <a:tc>
                  <a:txBody>
                    <a:bodyPr/>
                    <a:lstStyle/>
                    <a:p>
                      <a:pPr algn="r" fontAlgn="ctr"/>
                      <a:r>
                        <a:rPr lang="en-IN" sz="1200">
                          <a:effectLst/>
                          <a:latin typeface="Segoe UI Variable Small" pitchFamily="2" charset="0"/>
                        </a:rPr>
                        <a:t>30.01</a:t>
                      </a:r>
                    </a:p>
                  </a:txBody>
                  <a:tcPr anchor="ctr">
                    <a:lnL>
                      <a:noFill/>
                    </a:lnL>
                    <a:lnR w="6350" cap="flat" cmpd="sng" algn="ctr">
                      <a:noFill/>
                      <a:prstDash val="solid"/>
                      <a:miter lim="800000"/>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2248603997"/>
                  </a:ext>
                </a:extLst>
              </a:tr>
              <a:tr h="228516">
                <a:tc>
                  <a:txBody>
                    <a:bodyPr/>
                    <a:lstStyle/>
                    <a:p>
                      <a:pPr algn="r" fontAlgn="ctr"/>
                      <a:r>
                        <a:rPr lang="en-US" sz="1200">
                          <a:effectLst/>
                          <a:latin typeface="Segoe UI Variable Small" pitchFamily="2" charset="0"/>
                        </a:rPr>
                        <a:t>New Super Mario Bros. Wii</a:t>
                      </a:r>
                    </a:p>
                  </a:txBody>
                  <a:tcPr anchor="ctr">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r" fontAlgn="ctr"/>
                      <a:r>
                        <a:rPr lang="en-IN" sz="1200">
                          <a:effectLst/>
                          <a:latin typeface="Segoe UI Variable Small" pitchFamily="2" charset="0"/>
                        </a:rPr>
                        <a:t>Wii</a:t>
                      </a:r>
                    </a:p>
                  </a:txBody>
                  <a:tcPr anchor="ctr">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r" fontAlgn="ctr"/>
                      <a:r>
                        <a:rPr lang="en-IN" sz="1200">
                          <a:effectLst/>
                          <a:latin typeface="Segoe UI Variable Small" pitchFamily="2" charset="0"/>
                        </a:rPr>
                        <a:t>Platform</a:t>
                      </a:r>
                    </a:p>
                  </a:txBody>
                  <a:tcPr anchor="ctr">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r" fontAlgn="ctr"/>
                      <a:r>
                        <a:rPr lang="en-IN" sz="1200" dirty="0">
                          <a:effectLst/>
                          <a:latin typeface="Segoe UI Variable Small" pitchFamily="2" charset="0"/>
                        </a:rPr>
                        <a:t>Nintendo</a:t>
                      </a:r>
                    </a:p>
                  </a:txBody>
                  <a:tcPr anchor="ctr">
                    <a:lnL>
                      <a:noFill/>
                    </a:lnL>
                    <a:lnR>
                      <a:noFill/>
                    </a:lnR>
                    <a:lnT>
                      <a:noFill/>
                    </a:lnT>
                    <a:lnB>
                      <a:noFill/>
                    </a:lnB>
                    <a:lnTlToBr w="12700" cmpd="sng">
                      <a:noFill/>
                      <a:prstDash val="solid"/>
                    </a:lnTlToBr>
                    <a:lnBlToTr w="12700" cmpd="sng">
                      <a:noFill/>
                      <a:prstDash val="solid"/>
                    </a:lnBlToTr>
                  </a:tcPr>
                </a:tc>
                <a:tc>
                  <a:txBody>
                    <a:bodyPr/>
                    <a:lstStyle/>
                    <a:p>
                      <a:pPr algn="r" fontAlgn="ctr"/>
                      <a:r>
                        <a:rPr lang="en-IN" sz="1200">
                          <a:effectLst/>
                          <a:latin typeface="Segoe UI Variable Small" pitchFamily="2" charset="0"/>
                        </a:rPr>
                        <a:t>28.62</a:t>
                      </a:r>
                    </a:p>
                  </a:txBody>
                  <a:tcPr anchor="ctr">
                    <a:lnL>
                      <a:noFill/>
                    </a:lnL>
                    <a:lnR w="6350" cap="flat" cmpd="sng" algn="ctr">
                      <a:noFill/>
                      <a:prstDash val="solid"/>
                      <a:miter lim="800000"/>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3249788253"/>
                  </a:ext>
                </a:extLst>
              </a:tr>
              <a:tr h="228516">
                <a:tc>
                  <a:txBody>
                    <a:bodyPr/>
                    <a:lstStyle/>
                    <a:p>
                      <a:pPr algn="r" fontAlgn="ctr"/>
                      <a:r>
                        <a:rPr lang="en-IN" sz="1200">
                          <a:effectLst/>
                          <a:latin typeface="Segoe UI Variable Small" pitchFamily="2" charset="0"/>
                        </a:rPr>
                        <a:t>Duck Hunt</a:t>
                      </a:r>
                    </a:p>
                  </a:txBody>
                  <a:tcPr anchor="ctr">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r" fontAlgn="ctr"/>
                      <a:r>
                        <a:rPr lang="en-IN" sz="1200">
                          <a:effectLst/>
                          <a:latin typeface="Segoe UI Variable Small" pitchFamily="2" charset="0"/>
                        </a:rPr>
                        <a:t>NES</a:t>
                      </a:r>
                    </a:p>
                  </a:txBody>
                  <a:tcPr anchor="ctr">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r" fontAlgn="ctr"/>
                      <a:r>
                        <a:rPr lang="en-IN" sz="1200">
                          <a:effectLst/>
                          <a:latin typeface="Segoe UI Variable Small" pitchFamily="2" charset="0"/>
                        </a:rPr>
                        <a:t>Shooter</a:t>
                      </a:r>
                    </a:p>
                  </a:txBody>
                  <a:tcPr anchor="ctr">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r" fontAlgn="ctr"/>
                      <a:r>
                        <a:rPr lang="en-IN" sz="1200">
                          <a:effectLst/>
                          <a:latin typeface="Segoe UI Variable Small" pitchFamily="2" charset="0"/>
                        </a:rPr>
                        <a:t>Nintendo</a:t>
                      </a:r>
                    </a:p>
                  </a:txBody>
                  <a:tcPr anchor="ctr">
                    <a:lnL>
                      <a:noFill/>
                    </a:lnL>
                    <a:lnR>
                      <a:noFill/>
                    </a:lnR>
                    <a:lnT>
                      <a:noFill/>
                    </a:lnT>
                    <a:lnB>
                      <a:noFill/>
                    </a:lnB>
                    <a:lnTlToBr w="12700" cmpd="sng">
                      <a:noFill/>
                      <a:prstDash val="solid"/>
                    </a:lnTlToBr>
                    <a:lnBlToTr w="12700" cmpd="sng">
                      <a:noFill/>
                      <a:prstDash val="solid"/>
                    </a:lnBlToTr>
                  </a:tcPr>
                </a:tc>
                <a:tc>
                  <a:txBody>
                    <a:bodyPr/>
                    <a:lstStyle/>
                    <a:p>
                      <a:pPr algn="r" fontAlgn="ctr"/>
                      <a:r>
                        <a:rPr lang="en-IN" sz="1200">
                          <a:effectLst/>
                          <a:latin typeface="Segoe UI Variable Small" pitchFamily="2" charset="0"/>
                        </a:rPr>
                        <a:t>28.31</a:t>
                      </a:r>
                    </a:p>
                  </a:txBody>
                  <a:tcPr anchor="ctr">
                    <a:lnL>
                      <a:noFill/>
                    </a:lnL>
                    <a:lnR w="6350" cap="flat" cmpd="sng" algn="ctr">
                      <a:noFill/>
                      <a:prstDash val="solid"/>
                      <a:miter lim="800000"/>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348301904"/>
                  </a:ext>
                </a:extLst>
              </a:tr>
              <a:tr h="228516">
                <a:tc>
                  <a:txBody>
                    <a:bodyPr/>
                    <a:lstStyle/>
                    <a:p>
                      <a:pPr algn="r" fontAlgn="ctr"/>
                      <a:r>
                        <a:rPr lang="en-IN" sz="1200">
                          <a:effectLst/>
                          <a:latin typeface="Segoe UI Variable Small" pitchFamily="2" charset="0"/>
                        </a:rPr>
                        <a:t>Wii Fit</a:t>
                      </a:r>
                    </a:p>
                  </a:txBody>
                  <a:tcPr anchor="ctr">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r" fontAlgn="ctr"/>
                      <a:r>
                        <a:rPr lang="en-IN" sz="1200" dirty="0">
                          <a:effectLst/>
                          <a:latin typeface="Segoe UI Variable Small" pitchFamily="2" charset="0"/>
                        </a:rPr>
                        <a:t>Wii</a:t>
                      </a:r>
                    </a:p>
                  </a:txBody>
                  <a:tcPr anchor="ctr">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r" fontAlgn="ctr"/>
                      <a:r>
                        <a:rPr lang="en-IN" sz="1200">
                          <a:effectLst/>
                          <a:latin typeface="Segoe UI Variable Small" pitchFamily="2" charset="0"/>
                        </a:rPr>
                        <a:t>Sports</a:t>
                      </a:r>
                    </a:p>
                  </a:txBody>
                  <a:tcPr anchor="ctr">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r" fontAlgn="ctr"/>
                      <a:r>
                        <a:rPr lang="en-IN" sz="1200">
                          <a:effectLst/>
                          <a:latin typeface="Segoe UI Variable Small" pitchFamily="2" charset="0"/>
                        </a:rPr>
                        <a:t>Nintendo</a:t>
                      </a:r>
                    </a:p>
                  </a:txBody>
                  <a:tcPr anchor="ctr">
                    <a:lnL>
                      <a:noFill/>
                    </a:lnL>
                    <a:lnR>
                      <a:noFill/>
                    </a:lnR>
                    <a:lnT>
                      <a:noFill/>
                    </a:lnT>
                    <a:lnB>
                      <a:noFill/>
                    </a:lnB>
                    <a:lnTlToBr w="12700" cmpd="sng">
                      <a:noFill/>
                      <a:prstDash val="solid"/>
                    </a:lnTlToBr>
                    <a:lnBlToTr w="12700" cmpd="sng">
                      <a:noFill/>
                      <a:prstDash val="solid"/>
                    </a:lnBlToTr>
                  </a:tcPr>
                </a:tc>
                <a:tc>
                  <a:txBody>
                    <a:bodyPr/>
                    <a:lstStyle/>
                    <a:p>
                      <a:pPr algn="r" fontAlgn="ctr"/>
                      <a:r>
                        <a:rPr lang="en-IN" sz="1200">
                          <a:effectLst/>
                          <a:latin typeface="Segoe UI Variable Small" pitchFamily="2" charset="0"/>
                        </a:rPr>
                        <a:t>22.72</a:t>
                      </a:r>
                    </a:p>
                  </a:txBody>
                  <a:tcPr anchor="ctr">
                    <a:lnL>
                      <a:noFill/>
                    </a:lnL>
                    <a:lnR w="6350" cap="flat" cmpd="sng" algn="ctr">
                      <a:noFill/>
                      <a:prstDash val="solid"/>
                      <a:miter lim="800000"/>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4263265009"/>
                  </a:ext>
                </a:extLst>
              </a:tr>
              <a:tr h="228516">
                <a:tc>
                  <a:txBody>
                    <a:bodyPr/>
                    <a:lstStyle/>
                    <a:p>
                      <a:pPr algn="r" fontAlgn="ctr"/>
                      <a:r>
                        <a:rPr lang="en-IN" sz="1200" dirty="0">
                          <a:effectLst/>
                          <a:latin typeface="Segoe UI Variable Small" pitchFamily="2" charset="0"/>
                        </a:rPr>
                        <a:t>Wii Fit Plus</a:t>
                      </a:r>
                    </a:p>
                  </a:txBody>
                  <a:tcPr anchor="ctr">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r" fontAlgn="ctr"/>
                      <a:r>
                        <a:rPr lang="en-IN" sz="1200">
                          <a:effectLst/>
                          <a:latin typeface="Segoe UI Variable Small" pitchFamily="2" charset="0"/>
                        </a:rPr>
                        <a:t>Wii</a:t>
                      </a:r>
                    </a:p>
                  </a:txBody>
                  <a:tcPr anchor="ctr">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r" fontAlgn="ctr"/>
                      <a:r>
                        <a:rPr lang="en-IN" sz="1200">
                          <a:effectLst/>
                          <a:latin typeface="Segoe UI Variable Small" pitchFamily="2" charset="0"/>
                        </a:rPr>
                        <a:t>Sports</a:t>
                      </a:r>
                    </a:p>
                  </a:txBody>
                  <a:tcPr anchor="ctr">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r" fontAlgn="ctr"/>
                      <a:r>
                        <a:rPr lang="en-IN" sz="1200">
                          <a:effectLst/>
                          <a:latin typeface="Segoe UI Variable Small" pitchFamily="2" charset="0"/>
                        </a:rPr>
                        <a:t>Nintendo</a:t>
                      </a:r>
                    </a:p>
                  </a:txBody>
                  <a:tcPr anchor="ctr">
                    <a:lnL>
                      <a:noFill/>
                    </a:lnL>
                    <a:lnR>
                      <a:noFill/>
                    </a:lnR>
                    <a:lnT>
                      <a:noFill/>
                    </a:lnT>
                    <a:lnB>
                      <a:noFill/>
                    </a:lnB>
                    <a:lnTlToBr w="12700" cmpd="sng">
                      <a:noFill/>
                      <a:prstDash val="solid"/>
                    </a:lnTlToBr>
                    <a:lnBlToTr w="12700" cmpd="sng">
                      <a:noFill/>
                      <a:prstDash val="solid"/>
                    </a:lnBlToTr>
                  </a:tcPr>
                </a:tc>
                <a:tc>
                  <a:txBody>
                    <a:bodyPr/>
                    <a:lstStyle/>
                    <a:p>
                      <a:pPr algn="r" fontAlgn="ctr"/>
                      <a:r>
                        <a:rPr lang="en-IN" sz="1200">
                          <a:effectLst/>
                          <a:latin typeface="Segoe UI Variable Small" pitchFamily="2" charset="0"/>
                        </a:rPr>
                        <a:t>22.00</a:t>
                      </a:r>
                    </a:p>
                  </a:txBody>
                  <a:tcPr anchor="ctr">
                    <a:lnL>
                      <a:noFill/>
                    </a:lnL>
                    <a:lnR w="6350" cap="flat" cmpd="sng" algn="ctr">
                      <a:noFill/>
                      <a:prstDash val="solid"/>
                      <a:miter lim="800000"/>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76933474"/>
                  </a:ext>
                </a:extLst>
              </a:tr>
              <a:tr h="228516">
                <a:tc>
                  <a:txBody>
                    <a:bodyPr/>
                    <a:lstStyle/>
                    <a:p>
                      <a:pPr algn="r" fontAlgn="ctr"/>
                      <a:r>
                        <a:rPr lang="en-IN" sz="1200">
                          <a:effectLst/>
                          <a:latin typeface="Segoe UI Variable Small" pitchFamily="2" charset="0"/>
                        </a:rPr>
                        <a:t>Super Mario World</a:t>
                      </a:r>
                    </a:p>
                  </a:txBody>
                  <a:tcPr anchor="ctr">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r" fontAlgn="ctr"/>
                      <a:r>
                        <a:rPr lang="en-IN" sz="1200">
                          <a:effectLst/>
                          <a:latin typeface="Segoe UI Variable Small" pitchFamily="2" charset="0"/>
                        </a:rPr>
                        <a:t>SNES</a:t>
                      </a:r>
                    </a:p>
                  </a:txBody>
                  <a:tcPr anchor="ctr">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r" fontAlgn="ctr"/>
                      <a:r>
                        <a:rPr lang="en-IN" sz="1200">
                          <a:effectLst/>
                          <a:latin typeface="Segoe UI Variable Small" pitchFamily="2" charset="0"/>
                        </a:rPr>
                        <a:t>Platform</a:t>
                      </a:r>
                    </a:p>
                  </a:txBody>
                  <a:tcPr anchor="ctr">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r" fontAlgn="ctr"/>
                      <a:r>
                        <a:rPr lang="en-IN" sz="1200">
                          <a:effectLst/>
                          <a:latin typeface="Segoe UI Variable Small" pitchFamily="2" charset="0"/>
                        </a:rPr>
                        <a:t>Nintendo</a:t>
                      </a:r>
                    </a:p>
                  </a:txBody>
                  <a:tcPr anchor="ctr">
                    <a:lnL>
                      <a:noFill/>
                    </a:lnL>
                    <a:lnR>
                      <a:noFill/>
                    </a:lnR>
                    <a:lnT>
                      <a:noFill/>
                    </a:lnT>
                    <a:lnB>
                      <a:noFill/>
                    </a:lnB>
                    <a:lnTlToBr w="12700" cmpd="sng">
                      <a:noFill/>
                      <a:prstDash val="solid"/>
                    </a:lnTlToBr>
                    <a:lnBlToTr w="12700" cmpd="sng">
                      <a:noFill/>
                      <a:prstDash val="solid"/>
                    </a:lnBlToTr>
                  </a:tcPr>
                </a:tc>
                <a:tc>
                  <a:txBody>
                    <a:bodyPr/>
                    <a:lstStyle/>
                    <a:p>
                      <a:pPr algn="r" fontAlgn="ctr"/>
                      <a:r>
                        <a:rPr lang="en-IN" sz="1200">
                          <a:effectLst/>
                          <a:latin typeface="Segoe UI Variable Small" pitchFamily="2" charset="0"/>
                        </a:rPr>
                        <a:t>20.61</a:t>
                      </a:r>
                    </a:p>
                  </a:txBody>
                  <a:tcPr anchor="ctr">
                    <a:lnL>
                      <a:noFill/>
                    </a:lnL>
                    <a:lnR w="6350" cap="flat" cmpd="sng" algn="ctr">
                      <a:noFill/>
                      <a:prstDash val="solid"/>
                      <a:miter lim="800000"/>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941623550"/>
                  </a:ext>
                </a:extLst>
              </a:tr>
              <a:tr h="228516">
                <a:tc>
                  <a:txBody>
                    <a:bodyPr/>
                    <a:lstStyle/>
                    <a:p>
                      <a:pPr algn="r" fontAlgn="ctr"/>
                      <a:r>
                        <a:rPr lang="en-IN" sz="1200">
                          <a:effectLst/>
                          <a:latin typeface="Segoe UI Variable Small" pitchFamily="2" charset="0"/>
                        </a:rPr>
                        <a:t>Super Mario Land</a:t>
                      </a:r>
                    </a:p>
                  </a:txBody>
                  <a:tcPr anchor="ctr">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r" fontAlgn="ctr"/>
                      <a:r>
                        <a:rPr lang="en-IN" sz="1200">
                          <a:effectLst/>
                          <a:latin typeface="Segoe UI Variable Small" pitchFamily="2" charset="0"/>
                        </a:rPr>
                        <a:t>GB</a:t>
                      </a:r>
                    </a:p>
                  </a:txBody>
                  <a:tcPr anchor="ctr">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r" fontAlgn="ctr"/>
                      <a:r>
                        <a:rPr lang="en-IN" sz="1200">
                          <a:effectLst/>
                          <a:latin typeface="Segoe UI Variable Small" pitchFamily="2" charset="0"/>
                        </a:rPr>
                        <a:t>Platform</a:t>
                      </a:r>
                    </a:p>
                  </a:txBody>
                  <a:tcPr anchor="ctr">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r" fontAlgn="ctr"/>
                      <a:r>
                        <a:rPr lang="en-IN" sz="1200">
                          <a:effectLst/>
                          <a:latin typeface="Segoe UI Variable Small" pitchFamily="2" charset="0"/>
                        </a:rPr>
                        <a:t>Nintendo</a:t>
                      </a:r>
                    </a:p>
                  </a:txBody>
                  <a:tcPr anchor="ctr">
                    <a:lnL>
                      <a:noFill/>
                    </a:lnL>
                    <a:lnR>
                      <a:noFill/>
                    </a:lnR>
                    <a:lnT>
                      <a:noFill/>
                    </a:lnT>
                    <a:lnB>
                      <a:noFill/>
                    </a:lnB>
                    <a:lnTlToBr w="12700" cmpd="sng">
                      <a:noFill/>
                      <a:prstDash val="solid"/>
                    </a:lnTlToBr>
                    <a:lnBlToTr w="12700" cmpd="sng">
                      <a:noFill/>
                      <a:prstDash val="solid"/>
                    </a:lnBlToTr>
                  </a:tcPr>
                </a:tc>
                <a:tc>
                  <a:txBody>
                    <a:bodyPr/>
                    <a:lstStyle/>
                    <a:p>
                      <a:pPr algn="r" fontAlgn="ctr"/>
                      <a:r>
                        <a:rPr lang="en-IN" sz="1200">
                          <a:effectLst/>
                          <a:latin typeface="Segoe UI Variable Small" pitchFamily="2" charset="0"/>
                        </a:rPr>
                        <a:t>18.14</a:t>
                      </a:r>
                    </a:p>
                  </a:txBody>
                  <a:tcPr anchor="ctr">
                    <a:lnL>
                      <a:noFill/>
                    </a:lnL>
                    <a:lnR w="6350" cap="flat" cmpd="sng" algn="ctr">
                      <a:noFill/>
                      <a:prstDash val="solid"/>
                      <a:miter lim="800000"/>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3278374100"/>
                  </a:ext>
                </a:extLst>
              </a:tr>
              <a:tr h="228516">
                <a:tc>
                  <a:txBody>
                    <a:bodyPr/>
                    <a:lstStyle/>
                    <a:p>
                      <a:pPr algn="r" fontAlgn="ctr"/>
                      <a:r>
                        <a:rPr lang="en-IN" sz="1200">
                          <a:effectLst/>
                          <a:latin typeface="Segoe UI Variable Small" pitchFamily="2" charset="0"/>
                        </a:rPr>
                        <a:t>Super Mario Bros. 3</a:t>
                      </a:r>
                    </a:p>
                  </a:txBody>
                  <a:tcPr anchor="ctr">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r" fontAlgn="ctr"/>
                      <a:r>
                        <a:rPr lang="en-IN" sz="1200">
                          <a:effectLst/>
                          <a:latin typeface="Segoe UI Variable Small" pitchFamily="2" charset="0"/>
                        </a:rPr>
                        <a:t>NES</a:t>
                      </a:r>
                    </a:p>
                  </a:txBody>
                  <a:tcPr anchor="ctr">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r" fontAlgn="ctr"/>
                      <a:r>
                        <a:rPr lang="en-IN" sz="1200">
                          <a:effectLst/>
                          <a:latin typeface="Segoe UI Variable Small" pitchFamily="2" charset="0"/>
                        </a:rPr>
                        <a:t>Platform</a:t>
                      </a:r>
                    </a:p>
                  </a:txBody>
                  <a:tcPr anchor="ctr">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r" fontAlgn="ctr"/>
                      <a:r>
                        <a:rPr lang="en-IN" sz="1200">
                          <a:effectLst/>
                          <a:latin typeface="Segoe UI Variable Small" pitchFamily="2" charset="0"/>
                        </a:rPr>
                        <a:t>Nintendo</a:t>
                      </a:r>
                    </a:p>
                  </a:txBody>
                  <a:tcPr anchor="ctr">
                    <a:lnL>
                      <a:noFill/>
                    </a:lnL>
                    <a:lnR>
                      <a:noFill/>
                    </a:lnR>
                    <a:lnT>
                      <a:noFill/>
                    </a:lnT>
                    <a:lnB>
                      <a:noFill/>
                    </a:lnB>
                    <a:lnTlToBr w="12700" cmpd="sng">
                      <a:noFill/>
                      <a:prstDash val="solid"/>
                    </a:lnTlToBr>
                    <a:lnBlToTr w="12700" cmpd="sng">
                      <a:noFill/>
                      <a:prstDash val="solid"/>
                    </a:lnBlToTr>
                  </a:tcPr>
                </a:tc>
                <a:tc>
                  <a:txBody>
                    <a:bodyPr/>
                    <a:lstStyle/>
                    <a:p>
                      <a:pPr algn="r" fontAlgn="ctr"/>
                      <a:r>
                        <a:rPr lang="en-IN" sz="1200">
                          <a:effectLst/>
                          <a:latin typeface="Segoe UI Variable Small" pitchFamily="2" charset="0"/>
                        </a:rPr>
                        <a:t>17.28</a:t>
                      </a:r>
                    </a:p>
                  </a:txBody>
                  <a:tcPr anchor="ctr">
                    <a:lnL>
                      <a:noFill/>
                    </a:lnL>
                    <a:lnR w="6350" cap="flat" cmpd="sng" algn="ctr">
                      <a:noFill/>
                      <a:prstDash val="solid"/>
                      <a:miter lim="800000"/>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3463606192"/>
                  </a:ext>
                </a:extLst>
              </a:tr>
              <a:tr h="228516">
                <a:tc>
                  <a:txBody>
                    <a:bodyPr/>
                    <a:lstStyle/>
                    <a:p>
                      <a:pPr algn="r" fontAlgn="ctr"/>
                      <a:r>
                        <a:rPr lang="en-US" sz="1200">
                          <a:effectLst/>
                          <a:latin typeface="Segoe UI Variable Small" pitchFamily="2" charset="0"/>
                        </a:rPr>
                        <a:t>Call of Duty: Modern Warfare 3</a:t>
                      </a:r>
                    </a:p>
                  </a:txBody>
                  <a:tcPr anchor="ctr">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r" fontAlgn="ctr"/>
                      <a:r>
                        <a:rPr lang="en-IN" sz="1200">
                          <a:effectLst/>
                          <a:latin typeface="Segoe UI Variable Small" pitchFamily="2" charset="0"/>
                        </a:rPr>
                        <a:t>X360</a:t>
                      </a:r>
                    </a:p>
                  </a:txBody>
                  <a:tcPr anchor="ctr">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r" fontAlgn="ctr"/>
                      <a:r>
                        <a:rPr lang="en-IN" sz="1200">
                          <a:effectLst/>
                          <a:latin typeface="Segoe UI Variable Small" pitchFamily="2" charset="0"/>
                        </a:rPr>
                        <a:t>Shooter</a:t>
                      </a:r>
                    </a:p>
                  </a:txBody>
                  <a:tcPr anchor="ctr">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r" fontAlgn="ctr"/>
                      <a:r>
                        <a:rPr lang="en-IN" sz="1200">
                          <a:effectLst/>
                          <a:latin typeface="Segoe UI Variable Small" pitchFamily="2" charset="0"/>
                        </a:rPr>
                        <a:t>Activision</a:t>
                      </a:r>
                    </a:p>
                  </a:txBody>
                  <a:tcPr anchor="ctr">
                    <a:lnL>
                      <a:noFill/>
                    </a:lnL>
                    <a:lnR>
                      <a:noFill/>
                    </a:lnR>
                    <a:lnT>
                      <a:noFill/>
                    </a:lnT>
                    <a:lnB>
                      <a:noFill/>
                    </a:lnB>
                    <a:lnTlToBr w="12700" cmpd="sng">
                      <a:noFill/>
                      <a:prstDash val="solid"/>
                    </a:lnTlToBr>
                    <a:lnBlToTr w="12700" cmpd="sng">
                      <a:noFill/>
                      <a:prstDash val="solid"/>
                    </a:lnBlToTr>
                  </a:tcPr>
                </a:tc>
                <a:tc>
                  <a:txBody>
                    <a:bodyPr/>
                    <a:lstStyle/>
                    <a:p>
                      <a:pPr algn="r" fontAlgn="ctr"/>
                      <a:r>
                        <a:rPr lang="en-IN" sz="1200">
                          <a:effectLst/>
                          <a:latin typeface="Segoe UI Variable Small" pitchFamily="2" charset="0"/>
                        </a:rPr>
                        <a:t>14.76</a:t>
                      </a:r>
                    </a:p>
                  </a:txBody>
                  <a:tcPr anchor="ctr">
                    <a:lnL>
                      <a:noFill/>
                    </a:lnL>
                    <a:lnR w="6350" cap="flat" cmpd="sng" algn="ctr">
                      <a:noFill/>
                      <a:prstDash val="solid"/>
                      <a:miter lim="800000"/>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440355075"/>
                  </a:ext>
                </a:extLst>
              </a:tr>
              <a:tr h="228516">
                <a:tc>
                  <a:txBody>
                    <a:bodyPr/>
                    <a:lstStyle/>
                    <a:p>
                      <a:pPr algn="r" fontAlgn="ctr"/>
                      <a:r>
                        <a:rPr lang="en-US" sz="1200">
                          <a:effectLst/>
                          <a:latin typeface="Segoe UI Variable Small" pitchFamily="2" charset="0"/>
                        </a:rPr>
                        <a:t>Call of Duty: Black Ops</a:t>
                      </a:r>
                    </a:p>
                  </a:txBody>
                  <a:tcPr anchor="ctr">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r" fontAlgn="ctr"/>
                      <a:r>
                        <a:rPr lang="en-IN" sz="1200">
                          <a:effectLst/>
                          <a:latin typeface="Segoe UI Variable Small" pitchFamily="2" charset="0"/>
                        </a:rPr>
                        <a:t>X360</a:t>
                      </a:r>
                    </a:p>
                  </a:txBody>
                  <a:tcPr anchor="ctr">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r" fontAlgn="ctr"/>
                      <a:r>
                        <a:rPr lang="en-IN" sz="1200">
                          <a:effectLst/>
                          <a:latin typeface="Segoe UI Variable Small" pitchFamily="2" charset="0"/>
                        </a:rPr>
                        <a:t>Shooter</a:t>
                      </a:r>
                    </a:p>
                  </a:txBody>
                  <a:tcPr anchor="ctr">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r" fontAlgn="ctr"/>
                      <a:r>
                        <a:rPr lang="en-IN" sz="1200">
                          <a:effectLst/>
                          <a:latin typeface="Segoe UI Variable Small" pitchFamily="2" charset="0"/>
                        </a:rPr>
                        <a:t>Activision</a:t>
                      </a:r>
                    </a:p>
                  </a:txBody>
                  <a:tcPr anchor="ctr">
                    <a:lnL>
                      <a:noFill/>
                    </a:lnL>
                    <a:lnR>
                      <a:noFill/>
                    </a:lnR>
                    <a:lnT>
                      <a:noFill/>
                    </a:lnT>
                    <a:lnB>
                      <a:noFill/>
                    </a:lnB>
                    <a:lnTlToBr w="12700" cmpd="sng">
                      <a:noFill/>
                      <a:prstDash val="solid"/>
                    </a:lnTlToBr>
                    <a:lnBlToTr w="12700" cmpd="sng">
                      <a:noFill/>
                      <a:prstDash val="solid"/>
                    </a:lnBlToTr>
                  </a:tcPr>
                </a:tc>
                <a:tc>
                  <a:txBody>
                    <a:bodyPr/>
                    <a:lstStyle/>
                    <a:p>
                      <a:pPr algn="r" fontAlgn="ctr"/>
                      <a:r>
                        <a:rPr lang="en-IN" sz="1200">
                          <a:effectLst/>
                          <a:latin typeface="Segoe UI Variable Small" pitchFamily="2" charset="0"/>
                        </a:rPr>
                        <a:t>14.64</a:t>
                      </a:r>
                    </a:p>
                  </a:txBody>
                  <a:tcPr anchor="ctr">
                    <a:lnL>
                      <a:noFill/>
                    </a:lnL>
                    <a:lnR w="6350" cap="flat" cmpd="sng" algn="ctr">
                      <a:noFill/>
                      <a:prstDash val="solid"/>
                      <a:miter lim="800000"/>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3756515794"/>
                  </a:ext>
                </a:extLst>
              </a:tr>
              <a:tr h="228516">
                <a:tc>
                  <a:txBody>
                    <a:bodyPr/>
                    <a:lstStyle/>
                    <a:p>
                      <a:pPr algn="r" fontAlgn="ctr"/>
                      <a:r>
                        <a:rPr lang="en-US" sz="1200">
                          <a:effectLst/>
                          <a:latin typeface="Segoe UI Variable Small" pitchFamily="2" charset="0"/>
                        </a:rPr>
                        <a:t>Call of Duty: Black Ops 3</a:t>
                      </a:r>
                    </a:p>
                  </a:txBody>
                  <a:tcPr anchor="ctr">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r" fontAlgn="ctr"/>
                      <a:r>
                        <a:rPr lang="en-IN" sz="1200">
                          <a:effectLst/>
                          <a:latin typeface="Segoe UI Variable Small" pitchFamily="2" charset="0"/>
                        </a:rPr>
                        <a:t>PS4</a:t>
                      </a:r>
                    </a:p>
                  </a:txBody>
                  <a:tcPr anchor="ctr">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r" fontAlgn="ctr"/>
                      <a:r>
                        <a:rPr lang="en-IN" sz="1200">
                          <a:effectLst/>
                          <a:latin typeface="Segoe UI Variable Small" pitchFamily="2" charset="0"/>
                        </a:rPr>
                        <a:t>Shooter</a:t>
                      </a:r>
                    </a:p>
                  </a:txBody>
                  <a:tcPr anchor="ctr">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r" fontAlgn="ctr"/>
                      <a:r>
                        <a:rPr lang="en-IN" sz="1200">
                          <a:effectLst/>
                          <a:latin typeface="Segoe UI Variable Small" pitchFamily="2" charset="0"/>
                        </a:rPr>
                        <a:t>Activision</a:t>
                      </a:r>
                    </a:p>
                  </a:txBody>
                  <a:tcPr anchor="ctr">
                    <a:lnL>
                      <a:noFill/>
                    </a:lnL>
                    <a:lnR>
                      <a:noFill/>
                    </a:lnR>
                    <a:lnT>
                      <a:noFill/>
                    </a:lnT>
                    <a:lnB>
                      <a:noFill/>
                    </a:lnB>
                    <a:lnTlToBr w="12700" cmpd="sng">
                      <a:noFill/>
                      <a:prstDash val="solid"/>
                    </a:lnTlToBr>
                    <a:lnBlToTr w="12700" cmpd="sng">
                      <a:noFill/>
                      <a:prstDash val="solid"/>
                    </a:lnBlToTr>
                  </a:tcPr>
                </a:tc>
                <a:tc>
                  <a:txBody>
                    <a:bodyPr/>
                    <a:lstStyle/>
                    <a:p>
                      <a:pPr algn="r" fontAlgn="ctr"/>
                      <a:r>
                        <a:rPr lang="en-IN" sz="1200">
                          <a:effectLst/>
                          <a:latin typeface="Segoe UI Variable Small" pitchFamily="2" charset="0"/>
                        </a:rPr>
                        <a:t>14.24</a:t>
                      </a:r>
                    </a:p>
                  </a:txBody>
                  <a:tcPr anchor="ctr">
                    <a:lnL>
                      <a:noFill/>
                    </a:lnL>
                    <a:lnR w="6350" cap="flat" cmpd="sng" algn="ctr">
                      <a:noFill/>
                      <a:prstDash val="solid"/>
                      <a:miter lim="800000"/>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322629664"/>
                  </a:ext>
                </a:extLst>
              </a:tr>
              <a:tr h="228516">
                <a:tc>
                  <a:txBody>
                    <a:bodyPr/>
                    <a:lstStyle/>
                    <a:p>
                      <a:pPr algn="r" fontAlgn="ctr"/>
                      <a:r>
                        <a:rPr lang="en-US" sz="1200">
                          <a:effectLst/>
                          <a:latin typeface="Segoe UI Variable Small" pitchFamily="2" charset="0"/>
                        </a:rPr>
                        <a:t>Call of Duty: Black Ops II</a:t>
                      </a:r>
                    </a:p>
                  </a:txBody>
                  <a:tcPr anchor="ctr">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r" fontAlgn="ctr"/>
                      <a:r>
                        <a:rPr lang="en-IN" sz="1200">
                          <a:effectLst/>
                          <a:latin typeface="Segoe UI Variable Small" pitchFamily="2" charset="0"/>
                        </a:rPr>
                        <a:t>PS3</a:t>
                      </a:r>
                    </a:p>
                  </a:txBody>
                  <a:tcPr anchor="ctr">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r" fontAlgn="ctr"/>
                      <a:r>
                        <a:rPr lang="en-IN" sz="1200">
                          <a:effectLst/>
                          <a:latin typeface="Segoe UI Variable Small" pitchFamily="2" charset="0"/>
                        </a:rPr>
                        <a:t>Shooter</a:t>
                      </a:r>
                    </a:p>
                  </a:txBody>
                  <a:tcPr anchor="ctr">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r" fontAlgn="ctr"/>
                      <a:r>
                        <a:rPr lang="en-IN" sz="1200">
                          <a:effectLst/>
                          <a:latin typeface="Segoe UI Variable Small" pitchFamily="2" charset="0"/>
                        </a:rPr>
                        <a:t>Activision</a:t>
                      </a:r>
                    </a:p>
                  </a:txBody>
                  <a:tcPr anchor="ctr">
                    <a:lnL>
                      <a:noFill/>
                    </a:lnL>
                    <a:lnR>
                      <a:noFill/>
                    </a:lnR>
                    <a:lnT>
                      <a:noFill/>
                    </a:lnT>
                    <a:lnB>
                      <a:noFill/>
                    </a:lnB>
                    <a:lnTlToBr w="12700" cmpd="sng">
                      <a:noFill/>
                      <a:prstDash val="solid"/>
                    </a:lnTlToBr>
                    <a:lnBlToTr w="12700" cmpd="sng">
                      <a:noFill/>
                      <a:prstDash val="solid"/>
                    </a:lnBlToTr>
                  </a:tcPr>
                </a:tc>
                <a:tc>
                  <a:txBody>
                    <a:bodyPr/>
                    <a:lstStyle/>
                    <a:p>
                      <a:pPr algn="r" fontAlgn="ctr"/>
                      <a:r>
                        <a:rPr lang="en-IN" sz="1200">
                          <a:effectLst/>
                          <a:latin typeface="Segoe UI Variable Small" pitchFamily="2" charset="0"/>
                        </a:rPr>
                        <a:t>14.03</a:t>
                      </a:r>
                    </a:p>
                  </a:txBody>
                  <a:tcPr anchor="ctr">
                    <a:lnL>
                      <a:noFill/>
                    </a:lnL>
                    <a:lnR w="6350" cap="flat" cmpd="sng" algn="ctr">
                      <a:noFill/>
                      <a:prstDash val="solid"/>
                      <a:miter lim="800000"/>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453847285"/>
                  </a:ext>
                </a:extLst>
              </a:tr>
              <a:tr h="228516">
                <a:tc>
                  <a:txBody>
                    <a:bodyPr/>
                    <a:lstStyle/>
                    <a:p>
                      <a:pPr algn="r" fontAlgn="ctr"/>
                      <a:r>
                        <a:rPr lang="en-US" sz="1200">
                          <a:effectLst/>
                          <a:latin typeface="Segoe UI Variable Small" pitchFamily="2" charset="0"/>
                        </a:rPr>
                        <a:t>Call of Duty: Black Ops II</a:t>
                      </a:r>
                    </a:p>
                  </a:txBody>
                  <a:tcPr anchor="ctr">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r" fontAlgn="ctr"/>
                      <a:r>
                        <a:rPr lang="en-IN" sz="1200">
                          <a:effectLst/>
                          <a:latin typeface="Segoe UI Variable Small" pitchFamily="2" charset="0"/>
                        </a:rPr>
                        <a:t>X360</a:t>
                      </a:r>
                    </a:p>
                  </a:txBody>
                  <a:tcPr anchor="ctr">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r" fontAlgn="ctr"/>
                      <a:r>
                        <a:rPr lang="en-IN" sz="1200">
                          <a:effectLst/>
                          <a:latin typeface="Segoe UI Variable Small" pitchFamily="2" charset="0"/>
                        </a:rPr>
                        <a:t>Shooter</a:t>
                      </a:r>
                    </a:p>
                  </a:txBody>
                  <a:tcPr anchor="ctr">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r" fontAlgn="ctr"/>
                      <a:r>
                        <a:rPr lang="en-IN" sz="1200">
                          <a:effectLst/>
                          <a:latin typeface="Segoe UI Variable Small" pitchFamily="2" charset="0"/>
                        </a:rPr>
                        <a:t>Activision</a:t>
                      </a:r>
                    </a:p>
                  </a:txBody>
                  <a:tcPr anchor="ctr">
                    <a:lnL>
                      <a:noFill/>
                    </a:lnL>
                    <a:lnR>
                      <a:noFill/>
                    </a:lnR>
                    <a:lnT>
                      <a:noFill/>
                    </a:lnT>
                    <a:lnB>
                      <a:noFill/>
                    </a:lnB>
                    <a:lnTlToBr w="12700" cmpd="sng">
                      <a:noFill/>
                      <a:prstDash val="solid"/>
                    </a:lnTlToBr>
                    <a:lnBlToTr w="12700" cmpd="sng">
                      <a:noFill/>
                      <a:prstDash val="solid"/>
                    </a:lnBlToTr>
                  </a:tcPr>
                </a:tc>
                <a:tc>
                  <a:txBody>
                    <a:bodyPr/>
                    <a:lstStyle/>
                    <a:p>
                      <a:pPr algn="r" fontAlgn="ctr"/>
                      <a:r>
                        <a:rPr lang="en-IN" sz="1200">
                          <a:effectLst/>
                          <a:latin typeface="Segoe UI Variable Small" pitchFamily="2" charset="0"/>
                        </a:rPr>
                        <a:t>13.73</a:t>
                      </a:r>
                    </a:p>
                  </a:txBody>
                  <a:tcPr anchor="ctr">
                    <a:lnL>
                      <a:noFill/>
                    </a:lnL>
                    <a:lnR w="6350" cap="flat" cmpd="sng" algn="ctr">
                      <a:noFill/>
                      <a:prstDash val="solid"/>
                      <a:miter lim="800000"/>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979757301"/>
                  </a:ext>
                </a:extLst>
              </a:tr>
              <a:tr h="228516">
                <a:tc>
                  <a:txBody>
                    <a:bodyPr/>
                    <a:lstStyle/>
                    <a:p>
                      <a:pPr algn="r" fontAlgn="ctr"/>
                      <a:r>
                        <a:rPr lang="en-US" sz="1200">
                          <a:effectLst/>
                          <a:latin typeface="Segoe UI Variable Small" pitchFamily="2" charset="0"/>
                        </a:rPr>
                        <a:t>Call of Duty: Modern Warfare 2</a:t>
                      </a:r>
                    </a:p>
                  </a:txBody>
                  <a:tcPr anchor="ctr">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r" fontAlgn="ctr"/>
                      <a:r>
                        <a:rPr lang="en-IN" sz="1200">
                          <a:effectLst/>
                          <a:latin typeface="Segoe UI Variable Small" pitchFamily="2" charset="0"/>
                        </a:rPr>
                        <a:t>X360</a:t>
                      </a:r>
                    </a:p>
                  </a:txBody>
                  <a:tcPr anchor="ctr">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r" fontAlgn="ctr"/>
                      <a:r>
                        <a:rPr lang="en-IN" sz="1200">
                          <a:effectLst/>
                          <a:latin typeface="Segoe UI Variable Small" pitchFamily="2" charset="0"/>
                        </a:rPr>
                        <a:t>Shooter</a:t>
                      </a:r>
                    </a:p>
                  </a:txBody>
                  <a:tcPr anchor="ctr">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r" fontAlgn="ctr"/>
                      <a:r>
                        <a:rPr lang="en-IN" sz="1200">
                          <a:effectLst/>
                          <a:latin typeface="Segoe UI Variable Small" pitchFamily="2" charset="0"/>
                        </a:rPr>
                        <a:t>Activision</a:t>
                      </a:r>
                    </a:p>
                  </a:txBody>
                  <a:tcPr anchor="ctr">
                    <a:lnL>
                      <a:noFill/>
                    </a:lnL>
                    <a:lnR>
                      <a:noFill/>
                    </a:lnR>
                    <a:lnT>
                      <a:noFill/>
                    </a:lnT>
                    <a:lnB>
                      <a:noFill/>
                    </a:lnB>
                    <a:lnTlToBr w="12700" cmpd="sng">
                      <a:noFill/>
                      <a:prstDash val="solid"/>
                    </a:lnTlToBr>
                    <a:lnBlToTr w="12700" cmpd="sng">
                      <a:noFill/>
                      <a:prstDash val="solid"/>
                    </a:lnBlToTr>
                  </a:tcPr>
                </a:tc>
                <a:tc>
                  <a:txBody>
                    <a:bodyPr/>
                    <a:lstStyle/>
                    <a:p>
                      <a:pPr algn="r" fontAlgn="ctr"/>
                      <a:r>
                        <a:rPr lang="en-IN" sz="1200">
                          <a:effectLst/>
                          <a:latin typeface="Segoe UI Variable Small" pitchFamily="2" charset="0"/>
                        </a:rPr>
                        <a:t>13.51</a:t>
                      </a:r>
                    </a:p>
                  </a:txBody>
                  <a:tcPr anchor="ctr">
                    <a:lnL>
                      <a:noFill/>
                    </a:lnL>
                    <a:lnR w="6350" cap="flat" cmpd="sng" algn="ctr">
                      <a:noFill/>
                      <a:prstDash val="solid"/>
                      <a:miter lim="800000"/>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605409240"/>
                  </a:ext>
                </a:extLst>
              </a:tr>
              <a:tr h="228516">
                <a:tc>
                  <a:txBody>
                    <a:bodyPr/>
                    <a:lstStyle/>
                    <a:p>
                      <a:pPr algn="r" fontAlgn="ctr"/>
                      <a:r>
                        <a:rPr lang="en-US" sz="1200">
                          <a:effectLst/>
                          <a:latin typeface="Segoe UI Variable Small" pitchFamily="2" charset="0"/>
                        </a:rPr>
                        <a:t>Call of Duty: Modern Warfare 3</a:t>
                      </a:r>
                    </a:p>
                  </a:txBody>
                  <a:tcPr anchor="ctr">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r" fontAlgn="ctr"/>
                      <a:r>
                        <a:rPr lang="en-IN" sz="1200">
                          <a:effectLst/>
                          <a:latin typeface="Segoe UI Variable Small" pitchFamily="2" charset="0"/>
                        </a:rPr>
                        <a:t>PS3</a:t>
                      </a:r>
                    </a:p>
                  </a:txBody>
                  <a:tcPr anchor="ctr">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r" fontAlgn="ctr"/>
                      <a:r>
                        <a:rPr lang="en-IN" sz="1200">
                          <a:effectLst/>
                          <a:latin typeface="Segoe UI Variable Small" pitchFamily="2" charset="0"/>
                        </a:rPr>
                        <a:t>Shooter</a:t>
                      </a:r>
                    </a:p>
                  </a:txBody>
                  <a:tcPr anchor="ctr">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r" fontAlgn="ctr"/>
                      <a:r>
                        <a:rPr lang="en-IN" sz="1200">
                          <a:effectLst/>
                          <a:latin typeface="Segoe UI Variable Small" pitchFamily="2" charset="0"/>
                        </a:rPr>
                        <a:t>Activision</a:t>
                      </a:r>
                    </a:p>
                  </a:txBody>
                  <a:tcPr anchor="ctr">
                    <a:lnL>
                      <a:noFill/>
                    </a:lnL>
                    <a:lnR>
                      <a:noFill/>
                    </a:lnR>
                    <a:lnT>
                      <a:noFill/>
                    </a:lnT>
                    <a:lnB>
                      <a:noFill/>
                    </a:lnB>
                    <a:lnTlToBr w="12700" cmpd="sng">
                      <a:noFill/>
                      <a:prstDash val="solid"/>
                    </a:lnTlToBr>
                    <a:lnBlToTr w="12700" cmpd="sng">
                      <a:noFill/>
                      <a:prstDash val="solid"/>
                    </a:lnBlToTr>
                  </a:tcPr>
                </a:tc>
                <a:tc>
                  <a:txBody>
                    <a:bodyPr/>
                    <a:lstStyle/>
                    <a:p>
                      <a:pPr algn="r" fontAlgn="ctr"/>
                      <a:r>
                        <a:rPr lang="en-IN" sz="1200">
                          <a:effectLst/>
                          <a:latin typeface="Segoe UI Variable Small" pitchFamily="2" charset="0"/>
                        </a:rPr>
                        <a:t>13.46</a:t>
                      </a:r>
                    </a:p>
                  </a:txBody>
                  <a:tcPr anchor="ctr">
                    <a:lnL>
                      <a:noFill/>
                    </a:lnL>
                    <a:lnR w="6350" cap="flat" cmpd="sng" algn="ctr">
                      <a:noFill/>
                      <a:prstDash val="solid"/>
                      <a:miter lim="800000"/>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3149258258"/>
                  </a:ext>
                </a:extLst>
              </a:tr>
              <a:tr h="228516">
                <a:tc>
                  <a:txBody>
                    <a:bodyPr/>
                    <a:lstStyle/>
                    <a:p>
                      <a:pPr algn="r" fontAlgn="ctr"/>
                      <a:r>
                        <a:rPr lang="en-US" sz="1200">
                          <a:effectLst/>
                          <a:latin typeface="Segoe UI Variable Small" pitchFamily="2" charset="0"/>
                        </a:rPr>
                        <a:t>Call of Duty: Black Ops</a:t>
                      </a:r>
                    </a:p>
                  </a:txBody>
                  <a:tcPr anchor="ctr">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r" fontAlgn="ctr"/>
                      <a:r>
                        <a:rPr lang="en-IN" sz="1200">
                          <a:effectLst/>
                          <a:latin typeface="Segoe UI Variable Small" pitchFamily="2" charset="0"/>
                        </a:rPr>
                        <a:t>PS3</a:t>
                      </a:r>
                    </a:p>
                  </a:txBody>
                  <a:tcPr anchor="ctr">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r" fontAlgn="ctr"/>
                      <a:r>
                        <a:rPr lang="en-IN" sz="1200">
                          <a:effectLst/>
                          <a:latin typeface="Segoe UI Variable Small" pitchFamily="2" charset="0"/>
                        </a:rPr>
                        <a:t>Shooter</a:t>
                      </a:r>
                    </a:p>
                  </a:txBody>
                  <a:tcPr anchor="ctr">
                    <a:lnL w="6350" cap="flat" cmpd="sng" algn="ctr">
                      <a:noFill/>
                      <a:prstDash val="solid"/>
                      <a:miter lim="800000"/>
                    </a:lnL>
                    <a:lnR>
                      <a:noFill/>
                    </a:lnR>
                    <a:lnT>
                      <a:noFill/>
                    </a:lnT>
                    <a:lnB>
                      <a:noFill/>
                    </a:lnB>
                    <a:lnTlToBr w="12700" cmpd="sng">
                      <a:noFill/>
                      <a:prstDash val="solid"/>
                    </a:lnTlToBr>
                    <a:lnBlToTr w="12700" cmpd="sng">
                      <a:noFill/>
                      <a:prstDash val="solid"/>
                    </a:lnBlToTr>
                  </a:tcPr>
                </a:tc>
                <a:tc>
                  <a:txBody>
                    <a:bodyPr/>
                    <a:lstStyle/>
                    <a:p>
                      <a:pPr algn="r" fontAlgn="ctr"/>
                      <a:r>
                        <a:rPr lang="en-IN" sz="1200">
                          <a:effectLst/>
                          <a:latin typeface="Segoe UI Variable Small" pitchFamily="2" charset="0"/>
                        </a:rPr>
                        <a:t>Activision</a:t>
                      </a:r>
                    </a:p>
                  </a:txBody>
                  <a:tcPr anchor="ctr">
                    <a:lnL>
                      <a:noFill/>
                    </a:lnL>
                    <a:lnR>
                      <a:noFill/>
                    </a:lnR>
                    <a:lnT>
                      <a:noFill/>
                    </a:lnT>
                    <a:lnB>
                      <a:noFill/>
                    </a:lnB>
                    <a:lnTlToBr w="12700" cmpd="sng">
                      <a:noFill/>
                      <a:prstDash val="solid"/>
                    </a:lnTlToBr>
                    <a:lnBlToTr w="12700" cmpd="sng">
                      <a:noFill/>
                      <a:prstDash val="solid"/>
                    </a:lnBlToTr>
                  </a:tcPr>
                </a:tc>
                <a:tc>
                  <a:txBody>
                    <a:bodyPr/>
                    <a:lstStyle/>
                    <a:p>
                      <a:pPr algn="r" fontAlgn="ctr"/>
                      <a:r>
                        <a:rPr lang="en-IN" sz="1200">
                          <a:effectLst/>
                          <a:latin typeface="Segoe UI Variable Small" pitchFamily="2" charset="0"/>
                        </a:rPr>
                        <a:t>12.73</a:t>
                      </a:r>
                    </a:p>
                  </a:txBody>
                  <a:tcPr anchor="ctr">
                    <a:lnL>
                      <a:noFill/>
                    </a:lnL>
                    <a:lnR w="6350" cap="flat" cmpd="sng" algn="ctr">
                      <a:noFill/>
                      <a:prstDash val="solid"/>
                      <a:miter lim="800000"/>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2178199252"/>
                  </a:ext>
                </a:extLst>
              </a:tr>
              <a:tr h="279776">
                <a:tc>
                  <a:txBody>
                    <a:bodyPr/>
                    <a:lstStyle/>
                    <a:p>
                      <a:pPr algn="r" fontAlgn="ctr"/>
                      <a:r>
                        <a:rPr lang="en-IN" sz="1200" dirty="0" err="1">
                          <a:effectLst/>
                          <a:latin typeface="Segoe UI Variable Small" pitchFamily="2" charset="0"/>
                        </a:rPr>
                        <a:t>Pokemon</a:t>
                      </a:r>
                      <a:r>
                        <a:rPr lang="en-IN" sz="1200" dirty="0">
                          <a:effectLst/>
                          <a:latin typeface="Segoe UI Variable Small" pitchFamily="2" charset="0"/>
                        </a:rPr>
                        <a:t> </a:t>
                      </a:r>
                      <a:r>
                        <a:rPr lang="en-IN" sz="1200" dirty="0" err="1">
                          <a:effectLst/>
                          <a:latin typeface="Segoe UI Variable Small" pitchFamily="2" charset="0"/>
                        </a:rPr>
                        <a:t>HeartGold</a:t>
                      </a:r>
                      <a:r>
                        <a:rPr lang="en-IN" sz="1200" dirty="0">
                          <a:effectLst/>
                          <a:latin typeface="Segoe UI Variable Small" pitchFamily="2" charset="0"/>
                        </a:rPr>
                        <a:t>/</a:t>
                      </a:r>
                      <a:r>
                        <a:rPr lang="en-IN" sz="1200" dirty="0" err="1">
                          <a:effectLst/>
                          <a:latin typeface="Segoe UI Variable Small" pitchFamily="2" charset="0"/>
                        </a:rPr>
                        <a:t>Pokemon</a:t>
                      </a:r>
                      <a:r>
                        <a:rPr lang="en-IN" sz="1200" dirty="0">
                          <a:effectLst/>
                          <a:latin typeface="Segoe UI Variable Small" pitchFamily="2" charset="0"/>
                        </a:rPr>
                        <a:t> </a:t>
                      </a:r>
                      <a:r>
                        <a:rPr lang="en-IN" sz="1200" dirty="0" err="1">
                          <a:effectLst/>
                          <a:latin typeface="Segoe UI Variable Small" pitchFamily="2" charset="0"/>
                        </a:rPr>
                        <a:t>SoulSilver</a:t>
                      </a:r>
                      <a:endParaRPr lang="en-IN" sz="1200" dirty="0">
                        <a:effectLst/>
                        <a:latin typeface="Segoe UI Variable Small" pitchFamily="2" charset="0"/>
                      </a:endParaRPr>
                    </a:p>
                  </a:txBody>
                  <a:tcPr anchor="ctr">
                    <a:lnL w="6350" cap="flat" cmpd="sng" algn="ctr">
                      <a:noFill/>
                      <a:prstDash val="solid"/>
                      <a:miter lim="800000"/>
                    </a:lnL>
                    <a:lnR>
                      <a:noFill/>
                    </a:lnR>
                    <a:lnT>
                      <a:noFill/>
                    </a:lnT>
                    <a:lnB w="6350" cap="flat" cmpd="sng" algn="ctr">
                      <a:noFill/>
                      <a:prstDash val="solid"/>
                      <a:miter lim="800000"/>
                    </a:lnB>
                    <a:lnTlToBr w="12700" cmpd="sng">
                      <a:noFill/>
                      <a:prstDash val="solid"/>
                    </a:lnTlToBr>
                    <a:lnBlToTr w="12700" cmpd="sng">
                      <a:noFill/>
                      <a:prstDash val="solid"/>
                    </a:lnBlToTr>
                  </a:tcPr>
                </a:tc>
                <a:tc>
                  <a:txBody>
                    <a:bodyPr/>
                    <a:lstStyle/>
                    <a:p>
                      <a:pPr algn="r" fontAlgn="ctr"/>
                      <a:r>
                        <a:rPr lang="en-IN" sz="1200">
                          <a:effectLst/>
                          <a:latin typeface="Segoe UI Variable Small" pitchFamily="2" charset="0"/>
                        </a:rPr>
                        <a:t>DS</a:t>
                      </a:r>
                    </a:p>
                  </a:txBody>
                  <a:tcPr anchor="ctr">
                    <a:lnL w="6350" cap="flat" cmpd="sng" algn="ctr">
                      <a:noFill/>
                      <a:prstDash val="solid"/>
                      <a:miter lim="800000"/>
                    </a:lnL>
                    <a:lnR>
                      <a:noFill/>
                    </a:lnR>
                    <a:lnT>
                      <a:noFill/>
                    </a:lnT>
                    <a:lnB w="6350" cap="flat" cmpd="sng" algn="ctr">
                      <a:noFill/>
                      <a:prstDash val="solid"/>
                      <a:miter lim="800000"/>
                    </a:lnB>
                    <a:lnTlToBr w="12700" cmpd="sng">
                      <a:noFill/>
                      <a:prstDash val="solid"/>
                    </a:lnTlToBr>
                    <a:lnBlToTr w="12700" cmpd="sng">
                      <a:noFill/>
                      <a:prstDash val="solid"/>
                    </a:lnBlToTr>
                  </a:tcPr>
                </a:tc>
                <a:tc>
                  <a:txBody>
                    <a:bodyPr/>
                    <a:lstStyle/>
                    <a:p>
                      <a:pPr algn="r" fontAlgn="ctr"/>
                      <a:r>
                        <a:rPr lang="en-IN" sz="1200" dirty="0">
                          <a:effectLst/>
                          <a:latin typeface="Segoe UI Variable Small" pitchFamily="2" charset="0"/>
                        </a:rPr>
                        <a:t>Action</a:t>
                      </a:r>
                    </a:p>
                  </a:txBody>
                  <a:tcPr anchor="ctr">
                    <a:lnL w="6350" cap="flat" cmpd="sng" algn="ctr">
                      <a:noFill/>
                      <a:prstDash val="solid"/>
                      <a:miter lim="800000"/>
                    </a:lnL>
                    <a:lnR>
                      <a:noFill/>
                    </a:lnR>
                    <a:lnT>
                      <a:noFill/>
                    </a:lnT>
                    <a:lnB w="6350" cap="flat" cmpd="sng" algn="ctr">
                      <a:noFill/>
                      <a:prstDash val="solid"/>
                      <a:miter lim="800000"/>
                    </a:lnB>
                    <a:lnTlToBr w="12700" cmpd="sng">
                      <a:noFill/>
                      <a:prstDash val="solid"/>
                    </a:lnTlToBr>
                    <a:lnBlToTr w="12700" cmpd="sng">
                      <a:noFill/>
                      <a:prstDash val="solid"/>
                    </a:lnBlToTr>
                  </a:tcPr>
                </a:tc>
                <a:tc>
                  <a:txBody>
                    <a:bodyPr/>
                    <a:lstStyle/>
                    <a:p>
                      <a:pPr algn="r" fontAlgn="ctr"/>
                      <a:r>
                        <a:rPr lang="en-IN" sz="1200">
                          <a:effectLst/>
                          <a:latin typeface="Segoe UI Variable Small" pitchFamily="2" charset="0"/>
                        </a:rPr>
                        <a:t>Nintendo</a:t>
                      </a:r>
                    </a:p>
                  </a:txBody>
                  <a:tcPr anchor="ctr">
                    <a:lnL>
                      <a:noFill/>
                    </a:lnL>
                    <a:lnR>
                      <a:noFill/>
                    </a:lnR>
                    <a:lnT>
                      <a:noFill/>
                    </a:lnT>
                    <a:lnB w="6350" cap="flat" cmpd="sng" algn="ctr">
                      <a:noFill/>
                      <a:prstDash val="solid"/>
                      <a:miter lim="800000"/>
                    </a:lnB>
                    <a:lnTlToBr w="12700" cmpd="sng">
                      <a:noFill/>
                      <a:prstDash val="solid"/>
                    </a:lnTlToBr>
                    <a:lnBlToTr w="12700" cmpd="sng">
                      <a:noFill/>
                      <a:prstDash val="solid"/>
                    </a:lnBlToTr>
                  </a:tcPr>
                </a:tc>
                <a:tc>
                  <a:txBody>
                    <a:bodyPr/>
                    <a:lstStyle/>
                    <a:p>
                      <a:pPr algn="r" fontAlgn="ctr"/>
                      <a:r>
                        <a:rPr lang="en-IN" sz="1200" dirty="0">
                          <a:effectLst/>
                          <a:latin typeface="Segoe UI Variable Small" pitchFamily="2" charset="0"/>
                        </a:rPr>
                        <a:t>11.90</a:t>
                      </a:r>
                    </a:p>
                  </a:txBody>
                  <a:tcPr anchor="ctr">
                    <a:lnL>
                      <a:noFill/>
                    </a:lnL>
                    <a:lnR w="6350" cap="flat" cmpd="sng" algn="ctr">
                      <a:noFill/>
                      <a:prstDash val="solid"/>
                      <a:miter lim="800000"/>
                    </a:lnR>
                    <a:lnT>
                      <a:noFill/>
                    </a:lnT>
                    <a:lnB w="6350" cap="flat" cmpd="sng" algn="ctr">
                      <a:noFill/>
                      <a:prstDash val="solid"/>
                      <a:miter lim="800000"/>
                    </a:lnB>
                    <a:lnTlToBr w="12700" cmpd="sng">
                      <a:noFill/>
                      <a:prstDash val="solid"/>
                    </a:lnTlToBr>
                    <a:lnBlToTr w="12700" cmpd="sng">
                      <a:noFill/>
                      <a:prstDash val="solid"/>
                    </a:lnBlToTr>
                  </a:tcPr>
                </a:tc>
                <a:extLst>
                  <a:ext uri="{0D108BD9-81ED-4DB2-BD59-A6C34878D82A}">
                    <a16:rowId xmlns:a16="http://schemas.microsoft.com/office/drawing/2014/main" val="1924988882"/>
                  </a:ext>
                </a:extLst>
              </a:tr>
            </a:tbl>
          </a:graphicData>
        </a:graphic>
      </p:graphicFrame>
      <p:sp>
        <p:nvSpPr>
          <p:cNvPr id="2" name="Title 1">
            <a:extLst>
              <a:ext uri="{FF2B5EF4-FFF2-40B4-BE49-F238E27FC236}">
                <a16:creationId xmlns:a16="http://schemas.microsoft.com/office/drawing/2014/main" id="{9610ECE2-437A-0503-8611-0001A3D7E06E}"/>
              </a:ext>
            </a:extLst>
          </p:cNvPr>
          <p:cNvSpPr txBox="1">
            <a:spLocks/>
          </p:cNvSpPr>
          <p:nvPr/>
        </p:nvSpPr>
        <p:spPr>
          <a:xfrm>
            <a:off x="0" y="11508"/>
            <a:ext cx="12192000" cy="739775"/>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50000"/>
              </a:lnSpc>
            </a:pPr>
            <a:r>
              <a:rPr lang="en-US" sz="2400" dirty="0">
                <a:latin typeface="Segoe UI Variable Text Semibold" pitchFamily="2" charset="0"/>
              </a:rPr>
              <a:t>Conquering all top genres</a:t>
            </a:r>
            <a:endParaRPr lang="en-IN" sz="2400" dirty="0">
              <a:latin typeface="Segoe UI Variable Text Semibold" pitchFamily="2" charset="0"/>
            </a:endParaRPr>
          </a:p>
        </p:txBody>
      </p:sp>
      <p:sp>
        <p:nvSpPr>
          <p:cNvPr id="4" name="Rectangle 3">
            <a:extLst>
              <a:ext uri="{FF2B5EF4-FFF2-40B4-BE49-F238E27FC236}">
                <a16:creationId xmlns:a16="http://schemas.microsoft.com/office/drawing/2014/main" id="{589ED21B-9D17-D232-9E99-964150B10743}"/>
              </a:ext>
            </a:extLst>
          </p:cNvPr>
          <p:cNvSpPr/>
          <p:nvPr/>
        </p:nvSpPr>
        <p:spPr>
          <a:xfrm>
            <a:off x="7718610" y="1156446"/>
            <a:ext cx="815789" cy="2985247"/>
          </a:xfrm>
          <a:prstGeom prst="rect">
            <a:avLst/>
          </a:prstGeom>
          <a:solidFill>
            <a:srgbClr val="5F9EA0">
              <a:alpha val="50000"/>
            </a:srgb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5" name="Straight Connector 4">
            <a:extLst>
              <a:ext uri="{FF2B5EF4-FFF2-40B4-BE49-F238E27FC236}">
                <a16:creationId xmlns:a16="http://schemas.microsoft.com/office/drawing/2014/main" id="{03A488E0-C443-2F64-98AF-C081B2BD2C78}"/>
              </a:ext>
            </a:extLst>
          </p:cNvPr>
          <p:cNvCxnSpPr>
            <a:cxnSpLocks/>
          </p:cNvCxnSpPr>
          <p:nvPr/>
        </p:nvCxnSpPr>
        <p:spPr>
          <a:xfrm flipH="1">
            <a:off x="3407458" y="751283"/>
            <a:ext cx="5431742" cy="0"/>
          </a:xfrm>
          <a:prstGeom prst="line">
            <a:avLst/>
          </a:prstGeom>
          <a:ln w="38100">
            <a:solidFill>
              <a:srgbClr val="5F9EA0"/>
            </a:solidFill>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6C0EDA42-5361-DECD-6FAD-BAD797879D55}"/>
              </a:ext>
            </a:extLst>
          </p:cNvPr>
          <p:cNvSpPr/>
          <p:nvPr/>
        </p:nvSpPr>
        <p:spPr>
          <a:xfrm>
            <a:off x="6725116" y="1156446"/>
            <a:ext cx="815789" cy="244092"/>
          </a:xfrm>
          <a:prstGeom prst="rect">
            <a:avLst/>
          </a:prstGeom>
          <a:solidFill>
            <a:srgbClr val="92D050">
              <a:alpha val="50000"/>
            </a:srgb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id="{C67F662B-04EB-7140-7865-3E33EC5F42C7}"/>
              </a:ext>
            </a:extLst>
          </p:cNvPr>
          <p:cNvSpPr/>
          <p:nvPr/>
        </p:nvSpPr>
        <p:spPr>
          <a:xfrm>
            <a:off x="6725115" y="1400538"/>
            <a:ext cx="815789" cy="244092"/>
          </a:xfrm>
          <a:prstGeom prst="rect">
            <a:avLst/>
          </a:prstGeom>
          <a:solidFill>
            <a:srgbClr val="FFFF00">
              <a:alpha val="50000"/>
            </a:srgb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7">
            <a:extLst>
              <a:ext uri="{FF2B5EF4-FFF2-40B4-BE49-F238E27FC236}">
                <a16:creationId xmlns:a16="http://schemas.microsoft.com/office/drawing/2014/main" id="{C9BA8E2C-DCAF-686C-769C-2A14EBBE498A}"/>
              </a:ext>
            </a:extLst>
          </p:cNvPr>
          <p:cNvSpPr/>
          <p:nvPr/>
        </p:nvSpPr>
        <p:spPr>
          <a:xfrm>
            <a:off x="6725115" y="2527023"/>
            <a:ext cx="815789" cy="244092"/>
          </a:xfrm>
          <a:prstGeom prst="rect">
            <a:avLst/>
          </a:prstGeom>
          <a:solidFill>
            <a:srgbClr val="FFC000">
              <a:alpha val="50000"/>
            </a:srgb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8">
            <a:extLst>
              <a:ext uri="{FF2B5EF4-FFF2-40B4-BE49-F238E27FC236}">
                <a16:creationId xmlns:a16="http://schemas.microsoft.com/office/drawing/2014/main" id="{9005A424-680D-8896-F662-09714F54E71E}"/>
              </a:ext>
            </a:extLst>
          </p:cNvPr>
          <p:cNvSpPr/>
          <p:nvPr/>
        </p:nvSpPr>
        <p:spPr>
          <a:xfrm>
            <a:off x="6765624" y="6364576"/>
            <a:ext cx="815789" cy="244092"/>
          </a:xfrm>
          <a:prstGeom prst="rect">
            <a:avLst/>
          </a:prstGeom>
          <a:solidFill>
            <a:srgbClr val="7030A0">
              <a:alpha val="50000"/>
            </a:srgb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a:extLst>
              <a:ext uri="{FF2B5EF4-FFF2-40B4-BE49-F238E27FC236}">
                <a16:creationId xmlns:a16="http://schemas.microsoft.com/office/drawing/2014/main" id="{1D731983-6A5F-6850-F604-3BE4F9229832}"/>
              </a:ext>
            </a:extLst>
          </p:cNvPr>
          <p:cNvSpPr/>
          <p:nvPr/>
        </p:nvSpPr>
        <p:spPr>
          <a:xfrm>
            <a:off x="7718610" y="6364576"/>
            <a:ext cx="815789" cy="244092"/>
          </a:xfrm>
          <a:prstGeom prst="rect">
            <a:avLst/>
          </a:prstGeom>
          <a:solidFill>
            <a:srgbClr val="5F9EA0">
              <a:alpha val="50000"/>
            </a:srgb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5338945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animBg="1"/>
      <p:bldP spid="6" grpId="0" animBg="1"/>
      <p:bldP spid="8" grpId="0" animBg="1"/>
      <p:bldP spid="9" grpId="0" animBg="1"/>
      <p:bldP spid="10"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A56187-FC2C-BE1B-D39F-55491E8926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F3B77C-534D-CD09-D16E-035CAAB83CE3}"/>
              </a:ext>
            </a:extLst>
          </p:cNvPr>
          <p:cNvSpPr txBox="1">
            <a:spLocks/>
          </p:cNvSpPr>
          <p:nvPr/>
        </p:nvSpPr>
        <p:spPr>
          <a:xfrm>
            <a:off x="0" y="11508"/>
            <a:ext cx="12192000" cy="739775"/>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50000"/>
              </a:lnSpc>
            </a:pPr>
            <a:r>
              <a:rPr lang="en-US" sz="2400" dirty="0">
                <a:latin typeface="Segoe UI Variable Text Semibold" pitchFamily="2" charset="0"/>
              </a:rPr>
              <a:t>Conclusion</a:t>
            </a:r>
            <a:endParaRPr lang="en-IN" sz="2400" dirty="0">
              <a:latin typeface="Segoe UI Variable Text Semibold" pitchFamily="2" charset="0"/>
            </a:endParaRPr>
          </a:p>
        </p:txBody>
      </p:sp>
      <p:pic>
        <p:nvPicPr>
          <p:cNvPr id="8196" name="Picture 4" descr="This may contain: an image of mario birthday card with gold coins and the words happy 7th golden birthday to jack">
            <a:extLst>
              <a:ext uri="{FF2B5EF4-FFF2-40B4-BE49-F238E27FC236}">
                <a16:creationId xmlns:a16="http://schemas.microsoft.com/office/drawing/2014/main" id="{59D733D5-8946-6FCD-8F85-F7EF24A17372}"/>
              </a:ext>
            </a:extLst>
          </p:cNvPr>
          <p:cNvPicPr>
            <a:picLocks noChangeAspect="1" noChangeArrowheads="1"/>
          </p:cNvPicPr>
          <p:nvPr/>
        </p:nvPicPr>
        <p:blipFill>
          <a:blip r:embed="rId3">
            <a:clrChange>
              <a:clrFrom>
                <a:srgbClr val="DDDDDD"/>
              </a:clrFrom>
              <a:clrTo>
                <a:srgbClr val="DDDDDD">
                  <a:alpha val="0"/>
                </a:srgbClr>
              </a:clrTo>
            </a:clrChange>
            <a:extLst>
              <a:ext uri="{28A0092B-C50C-407E-A947-70E740481C1C}">
                <a14:useLocalDpi xmlns:a14="http://schemas.microsoft.com/office/drawing/2010/main" val="0"/>
              </a:ext>
            </a:extLst>
          </a:blip>
          <a:srcRect/>
          <a:stretch>
            <a:fillRect/>
          </a:stretch>
        </p:blipFill>
        <p:spPr bwMode="auto">
          <a:xfrm>
            <a:off x="19050" y="1549281"/>
            <a:ext cx="3388408" cy="5297211"/>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DD9BC14A-1694-54B5-0AFA-7D0FB6122E33}"/>
              </a:ext>
            </a:extLst>
          </p:cNvPr>
          <p:cNvSpPr txBox="1"/>
          <p:nvPr/>
        </p:nvSpPr>
        <p:spPr>
          <a:xfrm>
            <a:off x="3681983" y="1673352"/>
            <a:ext cx="3800857" cy="923330"/>
          </a:xfrm>
          <a:prstGeom prst="rect">
            <a:avLst/>
          </a:prstGeom>
          <a:noFill/>
        </p:spPr>
        <p:txBody>
          <a:bodyPr wrap="square" rtlCol="0">
            <a:spAutoFit/>
          </a:bodyPr>
          <a:lstStyle/>
          <a:p>
            <a:r>
              <a:rPr lang="en-IN" dirty="0">
                <a:latin typeface="Segoe UI Variable Small" pitchFamily="2" charset="0"/>
              </a:rPr>
              <a:t>With over 11 billion USD in sales as of 2024, Nintendo has mastered the game of sales</a:t>
            </a:r>
          </a:p>
        </p:txBody>
      </p:sp>
      <p:pic>
        <p:nvPicPr>
          <p:cNvPr id="8200" name="Picture 8" descr="Mario GIF - Super Mario Bros Mario Evolution - Discover &amp; Share GIFs">
            <a:extLst>
              <a:ext uri="{FF2B5EF4-FFF2-40B4-BE49-F238E27FC236}">
                <a16:creationId xmlns:a16="http://schemas.microsoft.com/office/drawing/2014/main" id="{29C50B59-CB1A-6AF2-B37A-63F593DD55BE}"/>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45932"/>
          <a:stretch/>
        </p:blipFill>
        <p:spPr bwMode="auto">
          <a:xfrm>
            <a:off x="9182483" y="2799845"/>
            <a:ext cx="2722245" cy="90439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D29BC5F6-0E49-4C4B-6926-A677E172CE64}"/>
              </a:ext>
            </a:extLst>
          </p:cNvPr>
          <p:cNvSpPr txBox="1"/>
          <p:nvPr/>
        </p:nvSpPr>
        <p:spPr>
          <a:xfrm>
            <a:off x="5162368" y="3442446"/>
            <a:ext cx="3800857" cy="923330"/>
          </a:xfrm>
          <a:prstGeom prst="rect">
            <a:avLst/>
          </a:prstGeom>
          <a:noFill/>
        </p:spPr>
        <p:txBody>
          <a:bodyPr wrap="square" rtlCol="0">
            <a:spAutoFit/>
          </a:bodyPr>
          <a:lstStyle/>
          <a:p>
            <a:r>
              <a:rPr lang="en-IN" dirty="0">
                <a:latin typeface="Segoe UI Variable Small" pitchFamily="2" charset="0"/>
              </a:rPr>
              <a:t>…by bringing the</a:t>
            </a:r>
          </a:p>
          <a:p>
            <a:r>
              <a:rPr lang="en-IN" dirty="0">
                <a:latin typeface="Segoe UI Variable Small" pitchFamily="2" charset="0"/>
              </a:rPr>
              <a:t>	</a:t>
            </a:r>
            <a:r>
              <a:rPr lang="en-IN" b="1" dirty="0">
                <a:solidFill>
                  <a:srgbClr val="FF0000"/>
                </a:solidFill>
                <a:latin typeface="Segoe UI Variable Small" pitchFamily="2" charset="0"/>
              </a:rPr>
              <a:t>NOSTALGIA</a:t>
            </a:r>
          </a:p>
          <a:p>
            <a:r>
              <a:rPr lang="en-IN" dirty="0">
                <a:latin typeface="Segoe UI Variable Small" pitchFamily="2" charset="0"/>
              </a:rPr>
              <a:t>	</a:t>
            </a:r>
          </a:p>
        </p:txBody>
      </p:sp>
      <p:pic>
        <p:nvPicPr>
          <p:cNvPr id="8204" name="Picture 12" descr="No U Wii Sports GIF - No U Wii Sports Wii - Discover &amp; Share GIFs">
            <a:extLst>
              <a:ext uri="{FF2B5EF4-FFF2-40B4-BE49-F238E27FC236}">
                <a16:creationId xmlns:a16="http://schemas.microsoft.com/office/drawing/2014/main" id="{A05870C6-DB73-CD26-6018-DDDF19D19A9A}"/>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b="9467"/>
          <a:stretch/>
        </p:blipFill>
        <p:spPr bwMode="auto">
          <a:xfrm>
            <a:off x="9182483" y="3938530"/>
            <a:ext cx="2722245" cy="1386303"/>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B1B1951A-AD2A-BA08-9DA2-3C83DE2569BE}"/>
              </a:ext>
            </a:extLst>
          </p:cNvPr>
          <p:cNvSpPr txBox="1"/>
          <p:nvPr/>
        </p:nvSpPr>
        <p:spPr>
          <a:xfrm>
            <a:off x="4885765" y="4029164"/>
            <a:ext cx="4365811" cy="646331"/>
          </a:xfrm>
          <a:prstGeom prst="rect">
            <a:avLst/>
          </a:prstGeom>
          <a:noFill/>
        </p:spPr>
        <p:txBody>
          <a:bodyPr wrap="square">
            <a:spAutoFit/>
          </a:bodyPr>
          <a:lstStyle/>
          <a:p>
            <a:r>
              <a:rPr lang="en-IN" dirty="0">
                <a:latin typeface="Segoe UI Variable Small" pitchFamily="2" charset="0"/>
              </a:rPr>
              <a:t>	and </a:t>
            </a:r>
          </a:p>
          <a:p>
            <a:r>
              <a:rPr lang="en-IN" b="1" dirty="0">
                <a:solidFill>
                  <a:srgbClr val="00B050"/>
                </a:solidFill>
                <a:latin typeface="Segoe UI Variable Small" pitchFamily="2" charset="0"/>
              </a:rPr>
              <a:t>MAKING YOU WANT TO STAY ACTIVE</a:t>
            </a:r>
          </a:p>
        </p:txBody>
      </p:sp>
      <p:cxnSp>
        <p:nvCxnSpPr>
          <p:cNvPr id="10" name="Straight Connector 9">
            <a:extLst>
              <a:ext uri="{FF2B5EF4-FFF2-40B4-BE49-F238E27FC236}">
                <a16:creationId xmlns:a16="http://schemas.microsoft.com/office/drawing/2014/main" id="{9806AA71-DC9C-E9EC-0784-A4193596015A}"/>
              </a:ext>
            </a:extLst>
          </p:cNvPr>
          <p:cNvCxnSpPr>
            <a:cxnSpLocks/>
          </p:cNvCxnSpPr>
          <p:nvPr/>
        </p:nvCxnSpPr>
        <p:spPr>
          <a:xfrm flipH="1">
            <a:off x="3407458" y="751283"/>
            <a:ext cx="5431742" cy="0"/>
          </a:xfrm>
          <a:prstGeom prst="line">
            <a:avLst/>
          </a:prstGeom>
          <a:ln w="38100">
            <a:solidFill>
              <a:srgbClr val="5F9EA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307290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20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20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462</TotalTime>
  <Words>1467</Words>
  <Application>Microsoft Office PowerPoint</Application>
  <PresentationFormat>Widescreen</PresentationFormat>
  <Paragraphs>379</Paragraphs>
  <Slides>13</Slides>
  <Notes>12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Calibri</vt:lpstr>
      <vt:lpstr>Calibri Light</vt:lpstr>
      <vt:lpstr>Segoe UI Variable Small</vt:lpstr>
      <vt:lpstr>Segoe UI Variable Text Semibold</vt:lpstr>
      <vt:lpstr>Office Theme</vt:lpstr>
      <vt:lpstr>Gaming Through the Ages: Sales Evolution of Popular Titles</vt:lpstr>
      <vt:lpstr>PowerPoint Presentation</vt:lpstr>
      <vt:lpstr>PowerPoint Presentation</vt:lpstr>
      <vt:lpstr>PowerPoint Presentation</vt:lpstr>
      <vt:lpstr>Sales of the top 20 games of all time (across all platforms)</vt:lpstr>
      <vt:lpstr>Sales of the top 10 publishers</vt:lpstr>
      <vt:lpstr>PowerPoint Presentation</vt:lpstr>
      <vt:lpstr>PowerPoint Presentation</vt:lpstr>
      <vt:lpstr>PowerPoint Presentation</vt:lpstr>
      <vt:lpstr>Success of Nintendo</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 Thampi</dc:creator>
  <cp:lastModifiedBy>R Thampi</cp:lastModifiedBy>
  <cp:revision>12</cp:revision>
  <dcterms:created xsi:type="dcterms:W3CDTF">2025-01-24T00:45:47Z</dcterms:created>
  <dcterms:modified xsi:type="dcterms:W3CDTF">2025-01-31T21:10:25Z</dcterms:modified>
</cp:coreProperties>
</file>